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9BB2D5-3420-44C8-8B41-DBD4781AB9C9}" v="6" dt="2026-06-22T15:10:01.6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8" d="100"/>
          <a:sy n="68" d="100"/>
        </p:scale>
        <p:origin x="379"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i amare" userId="086fa6b1104247ad" providerId="LiveId" clId="{4A6F8CDC-B5A1-4E22-8901-2603EBC06A42}"/>
    <pc:docChg chg="undo custSel addSld delSld modSld">
      <pc:chgData name="siddhi amare" userId="086fa6b1104247ad" providerId="LiveId" clId="{4A6F8CDC-B5A1-4E22-8901-2603EBC06A42}" dt="2026-06-22T15:10:14.723" v="130"/>
      <pc:docMkLst>
        <pc:docMk/>
      </pc:docMkLst>
      <pc:sldChg chg="addSp modSp mod">
        <pc:chgData name="siddhi amare" userId="086fa6b1104247ad" providerId="LiveId" clId="{4A6F8CDC-B5A1-4E22-8901-2603EBC06A42}" dt="2026-06-22T15:02:28.997" v="12"/>
        <pc:sldMkLst>
          <pc:docMk/>
          <pc:sldMk cId="1406580923" sldId="265"/>
        </pc:sldMkLst>
        <pc:spChg chg="add mod">
          <ac:chgData name="siddhi amare" userId="086fa6b1104247ad" providerId="LiveId" clId="{4A6F8CDC-B5A1-4E22-8901-2603EBC06A42}" dt="2026-06-22T15:02:28.997" v="12"/>
          <ac:spMkLst>
            <pc:docMk/>
            <pc:sldMk cId="1406580923" sldId="265"/>
            <ac:spMk id="2" creationId="{4E78D21D-27F0-98D5-7632-5C3A83C5E99E}"/>
          </ac:spMkLst>
        </pc:spChg>
      </pc:sldChg>
      <pc:sldChg chg="addSp delSp modSp mod setBg setClrOvrMap">
        <pc:chgData name="siddhi amare" userId="086fa6b1104247ad" providerId="LiveId" clId="{4A6F8CDC-B5A1-4E22-8901-2603EBC06A42}" dt="2026-06-22T15:05:46.370" v="27" actId="14100"/>
        <pc:sldMkLst>
          <pc:docMk/>
          <pc:sldMk cId="4050462215" sldId="266"/>
        </pc:sldMkLst>
        <pc:spChg chg="add mod">
          <ac:chgData name="siddhi amare" userId="086fa6b1104247ad" providerId="LiveId" clId="{4A6F8CDC-B5A1-4E22-8901-2603EBC06A42}" dt="2026-06-22T15:05:36.737" v="26" actId="26606"/>
          <ac:spMkLst>
            <pc:docMk/>
            <pc:sldMk cId="4050462215" sldId="266"/>
            <ac:spMk id="4" creationId="{EDB9DD12-EAC9-A7EC-ABA1-9E3E097353F7}"/>
          </ac:spMkLst>
        </pc:spChg>
        <pc:spChg chg="add del">
          <ac:chgData name="siddhi amare" userId="086fa6b1104247ad" providerId="LiveId" clId="{4A6F8CDC-B5A1-4E22-8901-2603EBC06A42}" dt="2026-06-22T15:05:36.737" v="26" actId="26606"/>
          <ac:spMkLst>
            <pc:docMk/>
            <pc:sldMk cId="4050462215" sldId="266"/>
            <ac:spMk id="8" creationId="{DFB3CEA1-88D9-42FB-88ED-1E9807FE6596}"/>
          </ac:spMkLst>
        </pc:spChg>
        <pc:spChg chg="add del">
          <ac:chgData name="siddhi amare" userId="086fa6b1104247ad" providerId="LiveId" clId="{4A6F8CDC-B5A1-4E22-8901-2603EBC06A42}" dt="2026-06-22T15:05:36.737" v="26" actId="26606"/>
          <ac:spMkLst>
            <pc:docMk/>
            <pc:sldMk cId="4050462215" sldId="266"/>
            <ac:spMk id="10" creationId="{9A6C928E-4252-4F33-8C34-E50A12A3170B}"/>
          </ac:spMkLst>
        </pc:spChg>
        <pc:spChg chg="add del">
          <ac:chgData name="siddhi amare" userId="086fa6b1104247ad" providerId="LiveId" clId="{4A6F8CDC-B5A1-4E22-8901-2603EBC06A42}" dt="2026-06-22T15:05:36.720" v="25" actId="26606"/>
          <ac:spMkLst>
            <pc:docMk/>
            <pc:sldMk cId="4050462215" sldId="266"/>
            <ac:spMk id="19" creationId="{4AC0CD9D-7610-4620-93B4-798CCD9AB581}"/>
          </ac:spMkLst>
        </pc:spChg>
        <pc:spChg chg="add del">
          <ac:chgData name="siddhi amare" userId="086fa6b1104247ad" providerId="LiveId" clId="{4A6F8CDC-B5A1-4E22-8901-2603EBC06A42}" dt="2026-06-22T15:05:36.720" v="25" actId="26606"/>
          <ac:spMkLst>
            <pc:docMk/>
            <pc:sldMk cId="4050462215" sldId="266"/>
            <ac:spMk id="25" creationId="{DE4D62F9-188E-4530-84C2-24BDEE4BEB82}"/>
          </ac:spMkLst>
        </pc:spChg>
        <pc:spChg chg="add del">
          <ac:chgData name="siddhi amare" userId="086fa6b1104247ad" providerId="LiveId" clId="{4A6F8CDC-B5A1-4E22-8901-2603EBC06A42}" dt="2026-06-22T15:05:36.720" v="25" actId="26606"/>
          <ac:spMkLst>
            <pc:docMk/>
            <pc:sldMk cId="4050462215" sldId="266"/>
            <ac:spMk id="27" creationId="{757B325C-3E35-45CF-9D07-3BCB281F3B9C}"/>
          </ac:spMkLst>
        </pc:spChg>
        <pc:spChg chg="add del">
          <ac:chgData name="siddhi amare" userId="086fa6b1104247ad" providerId="LiveId" clId="{4A6F8CDC-B5A1-4E22-8901-2603EBC06A42}" dt="2026-06-22T15:05:36.720" v="25" actId="26606"/>
          <ac:spMkLst>
            <pc:docMk/>
            <pc:sldMk cId="4050462215" sldId="266"/>
            <ac:spMk id="29" creationId="{C24BEC42-AFF3-40D1-93A2-A27A42E1E23C}"/>
          </ac:spMkLst>
        </pc:spChg>
        <pc:spChg chg="add del">
          <ac:chgData name="siddhi amare" userId="086fa6b1104247ad" providerId="LiveId" clId="{4A6F8CDC-B5A1-4E22-8901-2603EBC06A42}" dt="2026-06-22T15:05:36.720" v="25" actId="26606"/>
          <ac:spMkLst>
            <pc:docMk/>
            <pc:sldMk cId="4050462215" sldId="266"/>
            <ac:spMk id="31" creationId="{608F427C-1EC9-4280-9367-F2B3AA063E82}"/>
          </ac:spMkLst>
        </pc:spChg>
        <pc:spChg chg="add del">
          <ac:chgData name="siddhi amare" userId="086fa6b1104247ad" providerId="LiveId" clId="{4A6F8CDC-B5A1-4E22-8901-2603EBC06A42}" dt="2026-06-22T15:05:36.720" v="25" actId="26606"/>
          <ac:spMkLst>
            <pc:docMk/>
            <pc:sldMk cId="4050462215" sldId="266"/>
            <ac:spMk id="33" creationId="{F98810A7-E114-447A-A7D6-69B27CFB5650}"/>
          </ac:spMkLst>
        </pc:spChg>
        <pc:spChg chg="add">
          <ac:chgData name="siddhi amare" userId="086fa6b1104247ad" providerId="LiveId" clId="{4A6F8CDC-B5A1-4E22-8901-2603EBC06A42}" dt="2026-06-22T15:05:36.737" v="26" actId="26606"/>
          <ac:spMkLst>
            <pc:docMk/>
            <pc:sldMk cId="4050462215" sldId="266"/>
            <ac:spMk id="37" creationId="{4AC0CD9D-7610-4620-93B4-798CCD9AB581}"/>
          </ac:spMkLst>
        </pc:spChg>
        <pc:spChg chg="add">
          <ac:chgData name="siddhi amare" userId="086fa6b1104247ad" providerId="LiveId" clId="{4A6F8CDC-B5A1-4E22-8901-2603EBC06A42}" dt="2026-06-22T15:05:36.737" v="26" actId="26606"/>
          <ac:spMkLst>
            <pc:docMk/>
            <pc:sldMk cId="4050462215" sldId="266"/>
            <ac:spMk id="40" creationId="{DE4D62F9-188E-4530-84C2-24BDEE4BEB82}"/>
          </ac:spMkLst>
        </pc:spChg>
        <pc:spChg chg="add">
          <ac:chgData name="siddhi amare" userId="086fa6b1104247ad" providerId="LiveId" clId="{4A6F8CDC-B5A1-4E22-8901-2603EBC06A42}" dt="2026-06-22T15:05:36.737" v="26" actId="26606"/>
          <ac:spMkLst>
            <pc:docMk/>
            <pc:sldMk cId="4050462215" sldId="266"/>
            <ac:spMk id="41" creationId="{D67CA421-FA2B-47ED-A101-F8BBEBB2976B}"/>
          </ac:spMkLst>
        </pc:spChg>
        <pc:spChg chg="add">
          <ac:chgData name="siddhi amare" userId="086fa6b1104247ad" providerId="LiveId" clId="{4A6F8CDC-B5A1-4E22-8901-2603EBC06A42}" dt="2026-06-22T15:05:36.737" v="26" actId="26606"/>
          <ac:spMkLst>
            <pc:docMk/>
            <pc:sldMk cId="4050462215" sldId="266"/>
            <ac:spMk id="42" creationId="{12425D82-CD5E-45A4-9542-70951E59F2D1}"/>
          </ac:spMkLst>
        </pc:spChg>
        <pc:spChg chg="add">
          <ac:chgData name="siddhi amare" userId="086fa6b1104247ad" providerId="LiveId" clId="{4A6F8CDC-B5A1-4E22-8901-2603EBC06A42}" dt="2026-06-22T15:05:36.737" v="26" actId="26606"/>
          <ac:spMkLst>
            <pc:docMk/>
            <pc:sldMk cId="4050462215" sldId="266"/>
            <ac:spMk id="43" creationId="{221DB897-A621-4D5F-AC81-91199AC4370E}"/>
          </ac:spMkLst>
        </pc:spChg>
        <pc:picChg chg="add mod ord">
          <ac:chgData name="siddhi amare" userId="086fa6b1104247ad" providerId="LiveId" clId="{4A6F8CDC-B5A1-4E22-8901-2603EBC06A42}" dt="2026-06-22T15:05:46.370" v="27" actId="14100"/>
          <ac:picMkLst>
            <pc:docMk/>
            <pc:sldMk cId="4050462215" sldId="266"/>
            <ac:picMk id="3" creationId="{F9427CDD-DBFE-E611-10EA-2A7A1C0735D5}"/>
          </ac:picMkLst>
        </pc:picChg>
        <pc:picChg chg="add">
          <ac:chgData name="siddhi amare" userId="086fa6b1104247ad" providerId="LiveId" clId="{4A6F8CDC-B5A1-4E22-8901-2603EBC06A42}" dt="2026-06-22T15:05:32.646" v="24" actId="26606"/>
          <ac:picMkLst>
            <pc:docMk/>
            <pc:sldMk cId="4050462215" sldId="266"/>
            <ac:picMk id="17" creationId="{7C268552-D473-46ED-B1B8-422042C4DEF1}"/>
          </ac:picMkLst>
        </pc:picChg>
        <pc:picChg chg="del">
          <ac:chgData name="siddhi amare" userId="086fa6b1104247ad" providerId="LiveId" clId="{4A6F8CDC-B5A1-4E22-8901-2603EBC06A42}" dt="2026-06-22T15:05:36.720" v="25" actId="26606"/>
          <ac:picMkLst>
            <pc:docMk/>
            <pc:sldMk cId="4050462215" sldId="266"/>
            <ac:picMk id="23" creationId="{69F01145-BEA3-4CBF-AA21-10077B948CA8}"/>
          </ac:picMkLst>
        </pc:picChg>
        <pc:picChg chg="add">
          <ac:chgData name="siddhi amare" userId="086fa6b1104247ad" providerId="LiveId" clId="{4A6F8CDC-B5A1-4E22-8901-2603EBC06A42}" dt="2026-06-22T15:05:36.737" v="26" actId="26606"/>
          <ac:picMkLst>
            <pc:docMk/>
            <pc:sldMk cId="4050462215" sldId="266"/>
            <ac:picMk id="38" creationId="{B9238B3E-24AA-439A-B527-6C5DF6D72145}"/>
          </ac:picMkLst>
        </pc:picChg>
      </pc:sldChg>
      <pc:sldChg chg="addSp modSp mod setBg">
        <pc:chgData name="siddhi amare" userId="086fa6b1104247ad" providerId="LiveId" clId="{4A6F8CDC-B5A1-4E22-8901-2603EBC06A42}" dt="2026-06-22T15:06:00.688" v="30" actId="26606"/>
        <pc:sldMkLst>
          <pc:docMk/>
          <pc:sldMk cId="3214128478" sldId="267"/>
        </pc:sldMkLst>
        <pc:spChg chg="add">
          <ac:chgData name="siddhi amare" userId="086fa6b1104247ad" providerId="LiveId" clId="{4A6F8CDC-B5A1-4E22-8901-2603EBC06A42}" dt="2026-06-22T15:06:00.688" v="30" actId="26606"/>
          <ac:spMkLst>
            <pc:docMk/>
            <pc:sldMk cId="3214128478" sldId="267"/>
            <ac:spMk id="8" creationId="{DFB3CEA1-88D9-42FB-88ED-1E9807FE6596}"/>
          </ac:spMkLst>
        </pc:spChg>
        <pc:spChg chg="add">
          <ac:chgData name="siddhi amare" userId="086fa6b1104247ad" providerId="LiveId" clId="{4A6F8CDC-B5A1-4E22-8901-2603EBC06A42}" dt="2026-06-22T15:06:00.688" v="30" actId="26606"/>
          <ac:spMkLst>
            <pc:docMk/>
            <pc:sldMk cId="3214128478" sldId="267"/>
            <ac:spMk id="10" creationId="{9A6C928E-4252-4F33-8C34-E50A12A3170B}"/>
          </ac:spMkLst>
        </pc:spChg>
        <pc:picChg chg="add mod">
          <ac:chgData name="siddhi amare" userId="086fa6b1104247ad" providerId="LiveId" clId="{4A6F8CDC-B5A1-4E22-8901-2603EBC06A42}" dt="2026-06-22T15:06:00.688" v="30" actId="26606"/>
          <ac:picMkLst>
            <pc:docMk/>
            <pc:sldMk cId="3214128478" sldId="267"/>
            <ac:picMk id="3" creationId="{E0EB501A-1F52-48B0-A477-C95DAFC9FAB3}"/>
          </ac:picMkLst>
        </pc:picChg>
      </pc:sldChg>
      <pc:sldChg chg="addSp delSp modSp new mod setBg setClrOvrMap">
        <pc:chgData name="siddhi amare" userId="086fa6b1104247ad" providerId="LiveId" clId="{4A6F8CDC-B5A1-4E22-8901-2603EBC06A42}" dt="2026-06-22T15:09:48.748" v="114" actId="20577"/>
        <pc:sldMkLst>
          <pc:docMk/>
          <pc:sldMk cId="2196533060" sldId="268"/>
        </pc:sldMkLst>
        <pc:spChg chg="add mod ord">
          <ac:chgData name="siddhi amare" userId="086fa6b1104247ad" providerId="LiveId" clId="{4A6F8CDC-B5A1-4E22-8901-2603EBC06A42}" dt="2026-06-22T15:09:48.748" v="114" actId="20577"/>
          <ac:spMkLst>
            <pc:docMk/>
            <pc:sldMk cId="2196533060" sldId="268"/>
            <ac:spMk id="2" creationId="{F12AA13A-F300-B93E-6587-AAB8605584A8}"/>
          </ac:spMkLst>
        </pc:spChg>
        <pc:spChg chg="add del">
          <ac:chgData name="siddhi amare" userId="086fa6b1104247ad" providerId="LiveId" clId="{4A6F8CDC-B5A1-4E22-8901-2603EBC06A42}" dt="2026-06-22T15:08:25.596" v="63" actId="26606"/>
          <ac:spMkLst>
            <pc:docMk/>
            <pc:sldMk cId="2196533060" sldId="268"/>
            <ac:spMk id="13" creationId="{4AC0CD9D-7610-4620-93B4-798CCD9AB581}"/>
          </ac:spMkLst>
        </pc:spChg>
        <pc:spChg chg="add del">
          <ac:chgData name="siddhi amare" userId="086fa6b1104247ad" providerId="LiveId" clId="{4A6F8CDC-B5A1-4E22-8901-2603EBC06A42}" dt="2026-06-22T15:08:25.596" v="63" actId="26606"/>
          <ac:spMkLst>
            <pc:docMk/>
            <pc:sldMk cId="2196533060" sldId="268"/>
            <ac:spMk id="19" creationId="{DE4D62F9-188E-4530-84C2-24BDEE4BEB82}"/>
          </ac:spMkLst>
        </pc:spChg>
        <pc:spChg chg="add del">
          <ac:chgData name="siddhi amare" userId="086fa6b1104247ad" providerId="LiveId" clId="{4A6F8CDC-B5A1-4E22-8901-2603EBC06A42}" dt="2026-06-22T15:08:25.596" v="63" actId="26606"/>
          <ac:spMkLst>
            <pc:docMk/>
            <pc:sldMk cId="2196533060" sldId="268"/>
            <ac:spMk id="21" creationId="{D67CA421-FA2B-47ED-A101-F8BBEBB2976B}"/>
          </ac:spMkLst>
        </pc:spChg>
        <pc:spChg chg="add del">
          <ac:chgData name="siddhi amare" userId="086fa6b1104247ad" providerId="LiveId" clId="{4A6F8CDC-B5A1-4E22-8901-2603EBC06A42}" dt="2026-06-22T15:08:25.596" v="63" actId="26606"/>
          <ac:spMkLst>
            <pc:docMk/>
            <pc:sldMk cId="2196533060" sldId="268"/>
            <ac:spMk id="23" creationId="{12425D82-CD5E-45A4-9542-70951E59F2D1}"/>
          </ac:spMkLst>
        </pc:spChg>
        <pc:spChg chg="add del">
          <ac:chgData name="siddhi amare" userId="086fa6b1104247ad" providerId="LiveId" clId="{4A6F8CDC-B5A1-4E22-8901-2603EBC06A42}" dt="2026-06-22T15:08:25.596" v="63" actId="26606"/>
          <ac:spMkLst>
            <pc:docMk/>
            <pc:sldMk cId="2196533060" sldId="268"/>
            <ac:spMk id="25" creationId="{221DB897-A621-4D5F-AC81-91199AC4370E}"/>
          </ac:spMkLst>
        </pc:spChg>
        <pc:spChg chg="add del">
          <ac:chgData name="siddhi amare" userId="086fa6b1104247ad" providerId="LiveId" clId="{4A6F8CDC-B5A1-4E22-8901-2603EBC06A42}" dt="2026-06-22T15:08:25.574" v="62" actId="26606"/>
          <ac:spMkLst>
            <pc:docMk/>
            <pc:sldMk cId="2196533060" sldId="268"/>
            <ac:spMk id="34" creationId="{989BE678-777B-482A-A616-FEDC47B162E5}"/>
          </ac:spMkLst>
        </pc:spChg>
        <pc:spChg chg="add del">
          <ac:chgData name="siddhi amare" userId="086fa6b1104247ad" providerId="LiveId" clId="{4A6F8CDC-B5A1-4E22-8901-2603EBC06A42}" dt="2026-06-22T15:08:25.574" v="62" actId="26606"/>
          <ac:spMkLst>
            <pc:docMk/>
            <pc:sldMk cId="2196533060" sldId="268"/>
            <ac:spMk id="40" creationId="{D28BE0C3-2102-4820-B88B-A448B1840D14}"/>
          </ac:spMkLst>
        </pc:spChg>
        <pc:spChg chg="add del">
          <ac:chgData name="siddhi amare" userId="086fa6b1104247ad" providerId="LiveId" clId="{4A6F8CDC-B5A1-4E22-8901-2603EBC06A42}" dt="2026-06-22T15:08:25.574" v="62" actId="26606"/>
          <ac:spMkLst>
            <pc:docMk/>
            <pc:sldMk cId="2196533060" sldId="268"/>
            <ac:spMk id="42" creationId="{E4F17063-EDA4-417B-946F-BA357F3B390D}"/>
          </ac:spMkLst>
        </pc:spChg>
        <pc:spChg chg="add del">
          <ac:chgData name="siddhi amare" userId="086fa6b1104247ad" providerId="LiveId" clId="{4A6F8CDC-B5A1-4E22-8901-2603EBC06A42}" dt="2026-06-22T15:08:25.574" v="62" actId="26606"/>
          <ac:spMkLst>
            <pc:docMk/>
            <pc:sldMk cId="2196533060" sldId="268"/>
            <ac:spMk id="44" creationId="{D36F3EEA-55D4-4677-80E7-92D00B8F343B}"/>
          </ac:spMkLst>
        </pc:spChg>
        <pc:spChg chg="add">
          <ac:chgData name="siddhi amare" userId="086fa6b1104247ad" providerId="LiveId" clId="{4A6F8CDC-B5A1-4E22-8901-2603EBC06A42}" dt="2026-06-22T15:08:25.596" v="63" actId="26606"/>
          <ac:spMkLst>
            <pc:docMk/>
            <pc:sldMk cId="2196533060" sldId="268"/>
            <ac:spMk id="46" creationId="{221DB897-A621-4D5F-AC81-91199AC4370E}"/>
          </ac:spMkLst>
        </pc:spChg>
        <pc:spChg chg="add">
          <ac:chgData name="siddhi amare" userId="086fa6b1104247ad" providerId="LiveId" clId="{4A6F8CDC-B5A1-4E22-8901-2603EBC06A42}" dt="2026-06-22T15:08:25.596" v="63" actId="26606"/>
          <ac:spMkLst>
            <pc:docMk/>
            <pc:sldMk cId="2196533060" sldId="268"/>
            <ac:spMk id="49" creationId="{4AC0CD9D-7610-4620-93B4-798CCD9AB581}"/>
          </ac:spMkLst>
        </pc:spChg>
        <pc:spChg chg="add">
          <ac:chgData name="siddhi amare" userId="086fa6b1104247ad" providerId="LiveId" clId="{4A6F8CDC-B5A1-4E22-8901-2603EBC06A42}" dt="2026-06-22T15:08:25.596" v="63" actId="26606"/>
          <ac:spMkLst>
            <pc:docMk/>
            <pc:sldMk cId="2196533060" sldId="268"/>
            <ac:spMk id="53" creationId="{D67CA421-FA2B-47ED-A101-F8BBEBB2976B}"/>
          </ac:spMkLst>
        </pc:spChg>
        <pc:spChg chg="add">
          <ac:chgData name="siddhi amare" userId="086fa6b1104247ad" providerId="LiveId" clId="{4A6F8CDC-B5A1-4E22-8901-2603EBC06A42}" dt="2026-06-22T15:08:25.596" v="63" actId="26606"/>
          <ac:spMkLst>
            <pc:docMk/>
            <pc:sldMk cId="2196533060" sldId="268"/>
            <ac:spMk id="54" creationId="{12425D82-CD5E-45A4-9542-70951E59F2D1}"/>
          </ac:spMkLst>
        </pc:spChg>
        <pc:picChg chg="add mod">
          <ac:chgData name="siddhi amare" userId="086fa6b1104247ad" providerId="LiveId" clId="{4A6F8CDC-B5A1-4E22-8901-2603EBC06A42}" dt="2026-06-22T15:08:15.852" v="59" actId="26606"/>
          <ac:picMkLst>
            <pc:docMk/>
            <pc:sldMk cId="2196533060" sldId="268"/>
            <ac:picMk id="4" creationId="{C925893B-D2FF-11B9-AAAE-508CD90D3C3A}"/>
          </ac:picMkLst>
        </pc:picChg>
        <pc:picChg chg="add">
          <ac:chgData name="siddhi amare" userId="086fa6b1104247ad" providerId="LiveId" clId="{4A6F8CDC-B5A1-4E22-8901-2603EBC06A42}" dt="2026-06-22T15:08:15.852" v="59" actId="26606"/>
          <ac:picMkLst>
            <pc:docMk/>
            <pc:sldMk cId="2196533060" sldId="268"/>
            <ac:picMk id="9" creationId="{41B68C77-138E-4BF7-A276-BD0C78A4219F}"/>
          </ac:picMkLst>
        </pc:picChg>
        <pc:picChg chg="add">
          <ac:chgData name="siddhi amare" userId="086fa6b1104247ad" providerId="LiveId" clId="{4A6F8CDC-B5A1-4E22-8901-2603EBC06A42}" dt="2026-06-22T15:08:15.852" v="59" actId="26606"/>
          <ac:picMkLst>
            <pc:docMk/>
            <pc:sldMk cId="2196533060" sldId="268"/>
            <ac:picMk id="11" creationId="{7C268552-D473-46ED-B1B8-422042C4DEF1}"/>
          </ac:picMkLst>
        </pc:picChg>
        <pc:picChg chg="add">
          <ac:chgData name="siddhi amare" userId="086fa6b1104247ad" providerId="LiveId" clId="{4A6F8CDC-B5A1-4E22-8901-2603EBC06A42}" dt="2026-06-22T15:08:15.852" v="59" actId="26606"/>
          <ac:picMkLst>
            <pc:docMk/>
            <pc:sldMk cId="2196533060" sldId="268"/>
            <ac:picMk id="17" creationId="{69F01145-BEA3-4CBF-AA21-10077B948CA8}"/>
          </ac:picMkLst>
        </pc:picChg>
      </pc:sldChg>
      <pc:sldChg chg="add del">
        <pc:chgData name="siddhi amare" userId="086fa6b1104247ad" providerId="LiveId" clId="{4A6F8CDC-B5A1-4E22-8901-2603EBC06A42}" dt="2026-06-22T15:06:09.893" v="32" actId="2696"/>
        <pc:sldMkLst>
          <pc:docMk/>
          <pc:sldMk cId="3017422656" sldId="268"/>
        </pc:sldMkLst>
      </pc:sldChg>
      <pc:sldChg chg="addSp delSp modSp add mod">
        <pc:chgData name="siddhi amare" userId="086fa6b1104247ad" providerId="LiveId" clId="{4A6F8CDC-B5A1-4E22-8901-2603EBC06A42}" dt="2026-06-22T15:09:13.817" v="92" actId="20577"/>
        <pc:sldMkLst>
          <pc:docMk/>
          <pc:sldMk cId="2288157098" sldId="269"/>
        </pc:sldMkLst>
        <pc:spChg chg="mod">
          <ac:chgData name="siddhi amare" userId="086fa6b1104247ad" providerId="LiveId" clId="{4A6F8CDC-B5A1-4E22-8901-2603EBC06A42}" dt="2026-06-22T15:09:13.817" v="92" actId="20577"/>
          <ac:spMkLst>
            <pc:docMk/>
            <pc:sldMk cId="2288157098" sldId="269"/>
            <ac:spMk id="2" creationId="{99B6FAAA-90BA-B4E0-5F19-93E01DC0F3E8}"/>
          </ac:spMkLst>
        </pc:spChg>
        <pc:spChg chg="del">
          <ac:chgData name="siddhi amare" userId="086fa6b1104247ad" providerId="LiveId" clId="{4A6F8CDC-B5A1-4E22-8901-2603EBC06A42}" dt="2026-06-22T15:08:57.587" v="70" actId="26606"/>
          <ac:spMkLst>
            <pc:docMk/>
            <pc:sldMk cId="2288157098" sldId="269"/>
            <ac:spMk id="46" creationId="{D6F8261D-4615-0EF6-3987-D0988E3523F1}"/>
          </ac:spMkLst>
        </pc:spChg>
        <pc:spChg chg="del">
          <ac:chgData name="siddhi amare" userId="086fa6b1104247ad" providerId="LiveId" clId="{4A6F8CDC-B5A1-4E22-8901-2603EBC06A42}" dt="2026-06-22T15:08:57.587" v="70" actId="26606"/>
          <ac:spMkLst>
            <pc:docMk/>
            <pc:sldMk cId="2288157098" sldId="269"/>
            <ac:spMk id="49" creationId="{A0EA10D1-7204-8A35-69A5-D6B9C04E17EA}"/>
          </ac:spMkLst>
        </pc:spChg>
        <pc:spChg chg="del">
          <ac:chgData name="siddhi amare" userId="086fa6b1104247ad" providerId="LiveId" clId="{4A6F8CDC-B5A1-4E22-8901-2603EBC06A42}" dt="2026-06-22T15:08:57.587" v="70" actId="26606"/>
          <ac:spMkLst>
            <pc:docMk/>
            <pc:sldMk cId="2288157098" sldId="269"/>
            <ac:spMk id="53" creationId="{901A4CB9-2E7C-55BD-5785-FF342A9A592E}"/>
          </ac:spMkLst>
        </pc:spChg>
        <pc:spChg chg="del">
          <ac:chgData name="siddhi amare" userId="086fa6b1104247ad" providerId="LiveId" clId="{4A6F8CDC-B5A1-4E22-8901-2603EBC06A42}" dt="2026-06-22T15:08:57.587" v="70" actId="26606"/>
          <ac:spMkLst>
            <pc:docMk/>
            <pc:sldMk cId="2288157098" sldId="269"/>
            <ac:spMk id="54" creationId="{E0A6A512-B08D-7753-ED40-F92AAF8F2781}"/>
          </ac:spMkLst>
        </pc:spChg>
        <pc:spChg chg="add">
          <ac:chgData name="siddhi amare" userId="086fa6b1104247ad" providerId="LiveId" clId="{4A6F8CDC-B5A1-4E22-8901-2603EBC06A42}" dt="2026-06-22T15:08:57.587" v="70" actId="26606"/>
          <ac:spMkLst>
            <pc:docMk/>
            <pc:sldMk cId="2288157098" sldId="269"/>
            <ac:spMk id="63" creationId="{4AC0CD9D-7610-4620-93B4-798CCD9AB581}"/>
          </ac:spMkLst>
        </pc:spChg>
        <pc:spChg chg="add">
          <ac:chgData name="siddhi amare" userId="086fa6b1104247ad" providerId="LiveId" clId="{4A6F8CDC-B5A1-4E22-8901-2603EBC06A42}" dt="2026-06-22T15:08:57.587" v="70" actId="26606"/>
          <ac:spMkLst>
            <pc:docMk/>
            <pc:sldMk cId="2288157098" sldId="269"/>
            <ac:spMk id="69" creationId="{DE4D62F9-188E-4530-84C2-24BDEE4BEB82}"/>
          </ac:spMkLst>
        </pc:spChg>
        <pc:spChg chg="add">
          <ac:chgData name="siddhi amare" userId="086fa6b1104247ad" providerId="LiveId" clId="{4A6F8CDC-B5A1-4E22-8901-2603EBC06A42}" dt="2026-06-22T15:08:57.587" v="70" actId="26606"/>
          <ac:spMkLst>
            <pc:docMk/>
            <pc:sldMk cId="2288157098" sldId="269"/>
            <ac:spMk id="71" creationId="{6288FA97-C16B-4222-8C4D-E22F58E87AE4}"/>
          </ac:spMkLst>
        </pc:spChg>
        <pc:spChg chg="add">
          <ac:chgData name="siddhi amare" userId="086fa6b1104247ad" providerId="LiveId" clId="{4A6F8CDC-B5A1-4E22-8901-2603EBC06A42}" dt="2026-06-22T15:08:57.587" v="70" actId="26606"/>
          <ac:spMkLst>
            <pc:docMk/>
            <pc:sldMk cId="2288157098" sldId="269"/>
            <ac:spMk id="73" creationId="{D5395B5B-2522-4AED-9DF1-8EA401469F59}"/>
          </ac:spMkLst>
        </pc:spChg>
        <pc:spChg chg="add">
          <ac:chgData name="siddhi amare" userId="086fa6b1104247ad" providerId="LiveId" clId="{4A6F8CDC-B5A1-4E22-8901-2603EBC06A42}" dt="2026-06-22T15:08:57.587" v="70" actId="26606"/>
          <ac:spMkLst>
            <pc:docMk/>
            <pc:sldMk cId="2288157098" sldId="269"/>
            <ac:spMk id="75" creationId="{86745676-985D-4F8F-BBC9-74CCF08EF6B8}"/>
          </ac:spMkLst>
        </pc:spChg>
        <pc:picChg chg="del">
          <ac:chgData name="siddhi amare" userId="086fa6b1104247ad" providerId="LiveId" clId="{4A6F8CDC-B5A1-4E22-8901-2603EBC06A42}" dt="2026-06-22T15:08:39.128" v="67" actId="478"/>
          <ac:picMkLst>
            <pc:docMk/>
            <pc:sldMk cId="2288157098" sldId="269"/>
            <ac:picMk id="4" creationId="{6A3178CB-938C-815D-AF6F-A65211AFB84A}"/>
          </ac:picMkLst>
        </pc:picChg>
        <pc:picChg chg="add mod">
          <ac:chgData name="siddhi amare" userId="086fa6b1104247ad" providerId="LiveId" clId="{4A6F8CDC-B5A1-4E22-8901-2603EBC06A42}" dt="2026-06-22T15:09:02.029" v="72" actId="14100"/>
          <ac:picMkLst>
            <pc:docMk/>
            <pc:sldMk cId="2288157098" sldId="269"/>
            <ac:picMk id="5" creationId="{241BD7C7-F0C4-29E8-F3C0-F0E22A0CD512}"/>
          </ac:picMkLst>
        </pc:picChg>
      </pc:sldChg>
      <pc:sldChg chg="addSp modSp new mod setBg addAnim setClrOvrMap">
        <pc:chgData name="siddhi amare" userId="086fa6b1104247ad" providerId="LiveId" clId="{4A6F8CDC-B5A1-4E22-8901-2603EBC06A42}" dt="2026-06-22T15:10:14.723" v="130"/>
        <pc:sldMkLst>
          <pc:docMk/>
          <pc:sldMk cId="846392847" sldId="270"/>
        </pc:sldMkLst>
        <pc:spChg chg="add mod">
          <ac:chgData name="siddhi amare" userId="086fa6b1104247ad" providerId="LiveId" clId="{4A6F8CDC-B5A1-4E22-8901-2603EBC06A42}" dt="2026-06-22T15:10:14.719" v="129" actId="26606"/>
          <ac:spMkLst>
            <pc:docMk/>
            <pc:sldMk cId="846392847" sldId="270"/>
            <ac:spMk id="2" creationId="{E15E84D1-BFFE-7DE5-9C34-3AF637428654}"/>
          </ac:spMkLst>
        </pc:spChg>
        <pc:spChg chg="add">
          <ac:chgData name="siddhi amare" userId="086fa6b1104247ad" providerId="LiveId" clId="{4A6F8CDC-B5A1-4E22-8901-2603EBC06A42}" dt="2026-06-22T15:10:14.719" v="129" actId="26606"/>
          <ac:spMkLst>
            <pc:docMk/>
            <pc:sldMk cId="846392847" sldId="270"/>
            <ac:spMk id="13" creationId="{4AC0CD9D-7610-4620-93B4-798CCD9AB581}"/>
          </ac:spMkLst>
        </pc:spChg>
        <pc:spChg chg="add">
          <ac:chgData name="siddhi amare" userId="086fa6b1104247ad" providerId="LiveId" clId="{4A6F8CDC-B5A1-4E22-8901-2603EBC06A42}" dt="2026-06-22T15:10:14.719" v="129" actId="26606"/>
          <ac:spMkLst>
            <pc:docMk/>
            <pc:sldMk cId="846392847" sldId="270"/>
            <ac:spMk id="19" creationId="{DE4D62F9-188E-4530-84C2-24BDEE4BEB82}"/>
          </ac:spMkLst>
        </pc:spChg>
        <pc:spChg chg="add">
          <ac:chgData name="siddhi amare" userId="086fa6b1104247ad" providerId="LiveId" clId="{4A6F8CDC-B5A1-4E22-8901-2603EBC06A42}" dt="2026-06-22T15:10:14.719" v="129" actId="26606"/>
          <ac:spMkLst>
            <pc:docMk/>
            <pc:sldMk cId="846392847" sldId="270"/>
            <ac:spMk id="21" creationId="{6288FA97-C16B-4222-8C4D-E22F58E87AE4}"/>
          </ac:spMkLst>
        </pc:spChg>
        <pc:spChg chg="add">
          <ac:chgData name="siddhi amare" userId="086fa6b1104247ad" providerId="LiveId" clId="{4A6F8CDC-B5A1-4E22-8901-2603EBC06A42}" dt="2026-06-22T15:10:14.719" v="129" actId="26606"/>
          <ac:spMkLst>
            <pc:docMk/>
            <pc:sldMk cId="846392847" sldId="270"/>
            <ac:spMk id="23" creationId="{D5395B5B-2522-4AED-9DF1-8EA401469F59}"/>
          </ac:spMkLst>
        </pc:spChg>
        <pc:spChg chg="add">
          <ac:chgData name="siddhi amare" userId="086fa6b1104247ad" providerId="LiveId" clId="{4A6F8CDC-B5A1-4E22-8901-2603EBC06A42}" dt="2026-06-22T15:10:14.719" v="129" actId="26606"/>
          <ac:spMkLst>
            <pc:docMk/>
            <pc:sldMk cId="846392847" sldId="270"/>
            <ac:spMk id="25" creationId="{86745676-985D-4F8F-BBC9-74CCF08EF6B8}"/>
          </ac:spMkLst>
        </pc:spChg>
        <pc:picChg chg="add">
          <ac:chgData name="siddhi amare" userId="086fa6b1104247ad" providerId="LiveId" clId="{4A6F8CDC-B5A1-4E22-8901-2603EBC06A42}" dt="2026-06-22T15:10:14.719" v="129" actId="26606"/>
          <ac:picMkLst>
            <pc:docMk/>
            <pc:sldMk cId="846392847" sldId="270"/>
            <ac:picMk id="6" creationId="{F5C3A4F3-0941-3B61-B223-599A6D73B32F}"/>
          </ac:picMkLst>
        </pc:picChg>
        <pc:picChg chg="add">
          <ac:chgData name="siddhi amare" userId="086fa6b1104247ad" providerId="LiveId" clId="{4A6F8CDC-B5A1-4E22-8901-2603EBC06A42}" dt="2026-06-22T15:10:14.719" v="129" actId="26606"/>
          <ac:picMkLst>
            <pc:docMk/>
            <pc:sldMk cId="846392847" sldId="270"/>
            <ac:picMk id="9" creationId="{41B68C77-138E-4BF7-A276-BD0C78A4219F}"/>
          </ac:picMkLst>
        </pc:picChg>
        <pc:picChg chg="add">
          <ac:chgData name="siddhi amare" userId="086fa6b1104247ad" providerId="LiveId" clId="{4A6F8CDC-B5A1-4E22-8901-2603EBC06A42}" dt="2026-06-22T15:10:14.719" v="129" actId="26606"/>
          <ac:picMkLst>
            <pc:docMk/>
            <pc:sldMk cId="846392847" sldId="270"/>
            <ac:picMk id="11" creationId="{7C268552-D473-46ED-B1B8-422042C4DEF1}"/>
          </ac:picMkLst>
        </pc:picChg>
        <pc:picChg chg="add">
          <ac:chgData name="siddhi amare" userId="086fa6b1104247ad" providerId="LiveId" clId="{4A6F8CDC-B5A1-4E22-8901-2603EBC06A42}" dt="2026-06-22T15:10:14.719" v="129" actId="26606"/>
          <ac:picMkLst>
            <pc:docMk/>
            <pc:sldMk cId="846392847" sldId="270"/>
            <ac:picMk id="17" creationId="{69F01145-BEA3-4CBF-AA21-10077B948CA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54420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2154616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132246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E4A399-B0BC-48D6-AD9D-F0027DD68215}"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3216110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E4A399-B0BC-48D6-AD9D-F0027DD68215}" type="datetimeFigureOut">
              <a:rPr lang="en-IN" smtClean="0"/>
              <a:t>22-06-2026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4016571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2724952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26612205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2145857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E4A399-B0BC-48D6-AD9D-F0027DD68215}"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2570899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E4A399-B0BC-48D6-AD9D-F0027DD68215}" type="datetimeFigureOut">
              <a:rPr lang="en-IN" smtClean="0"/>
              <a:t>22-06-2026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071776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499912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69022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860897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198231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681711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1132606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E4A399-B0BC-48D6-AD9D-F0027DD68215}" type="datetimeFigureOut">
              <a:rPr lang="en-IN" smtClean="0"/>
              <a:t>22-06-2026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C0C6B9-79E1-45CA-8ECF-926F8FD414AA}" type="slidenum">
              <a:rPr lang="en-IN" smtClean="0"/>
              <a:t>‹#›</a:t>
            </a:fld>
            <a:endParaRPr lang="en-IN"/>
          </a:p>
        </p:txBody>
      </p:sp>
    </p:spTree>
    <p:extLst>
      <p:ext uri="{BB962C8B-B14F-4D97-AF65-F5344CB8AC3E}">
        <p14:creationId xmlns:p14="http://schemas.microsoft.com/office/powerpoint/2010/main" val="92493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2E4A399-B0BC-48D6-AD9D-F0027DD68215}" type="datetimeFigureOut">
              <a:rPr lang="en-IN" smtClean="0"/>
              <a:t>22-06-2026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BC0C6B9-79E1-45CA-8ECF-926F8FD414AA}" type="slidenum">
              <a:rPr lang="en-IN" smtClean="0"/>
              <a:t>‹#›</a:t>
            </a:fld>
            <a:endParaRPr lang="en-IN"/>
          </a:p>
        </p:txBody>
      </p:sp>
    </p:spTree>
    <p:extLst>
      <p:ext uri="{BB962C8B-B14F-4D97-AF65-F5344CB8AC3E}">
        <p14:creationId xmlns:p14="http://schemas.microsoft.com/office/powerpoint/2010/main" val="79713620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B4AAD3FD-83A5-4B89-9F8F-01B887086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FF78955-C9F7-700D-9936-C777CC5659F7}"/>
              </a:ext>
            </a:extLst>
          </p:cNvPr>
          <p:cNvSpPr txBox="1"/>
          <p:nvPr/>
        </p:nvSpPr>
        <p:spPr>
          <a:xfrm>
            <a:off x="648931" y="629266"/>
            <a:ext cx="4166510" cy="162232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b="0" i="0" kern="1200">
                <a:solidFill>
                  <a:srgbClr val="EBEBEB"/>
                </a:solidFill>
                <a:latin typeface="+mj-lt"/>
                <a:ea typeface="+mj-ea"/>
                <a:cs typeface="+mj-cs"/>
              </a:rPr>
              <a:t>Bluestock Mutual Fund Capstone Project</a:t>
            </a:r>
          </a:p>
        </p:txBody>
      </p:sp>
      <p:sp>
        <p:nvSpPr>
          <p:cNvPr id="26" name="Freeform 31">
            <a:extLst>
              <a:ext uri="{FF2B5EF4-FFF2-40B4-BE49-F238E27FC236}">
                <a16:creationId xmlns:a16="http://schemas.microsoft.com/office/drawing/2014/main" id="{61752F1D-FC0F-4103-9584-630E643CCD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0151CB7-E7DE-4917-B831-01DF9CE01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sp>
      <p:pic>
        <p:nvPicPr>
          <p:cNvPr id="7" name="Picture 6">
            <a:extLst>
              <a:ext uri="{FF2B5EF4-FFF2-40B4-BE49-F238E27FC236}">
                <a16:creationId xmlns:a16="http://schemas.microsoft.com/office/drawing/2014/main" id="{D0A31F97-0004-692F-9189-35A3A4CC3B9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45272" y="1356526"/>
            <a:ext cx="5598610" cy="4069583"/>
          </a:xfrm>
          <a:prstGeom prst="rect">
            <a:avLst/>
          </a:prstGeom>
          <a:effectLst/>
        </p:spPr>
      </p:pic>
      <p:sp>
        <p:nvSpPr>
          <p:cNvPr id="30" name="Rectangle 29">
            <a:extLst>
              <a:ext uri="{FF2B5EF4-FFF2-40B4-BE49-F238E27FC236}">
                <a16:creationId xmlns:a16="http://schemas.microsoft.com/office/drawing/2014/main" id="{A92A1116-1C84-41DF-B803-1F7B0883E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 name="TextBox 4">
            <a:extLst>
              <a:ext uri="{FF2B5EF4-FFF2-40B4-BE49-F238E27FC236}">
                <a16:creationId xmlns:a16="http://schemas.microsoft.com/office/drawing/2014/main" id="{68F71B54-C8A0-843A-5E22-CFB5FEA52467}"/>
              </a:ext>
            </a:extLst>
          </p:cNvPr>
          <p:cNvSpPr txBox="1"/>
          <p:nvPr/>
        </p:nvSpPr>
        <p:spPr>
          <a:xfrm>
            <a:off x="648931" y="2438400"/>
            <a:ext cx="4166509" cy="3785419"/>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Mutual Fund Performance Analysis and Dashboard Development</a:t>
            </a:r>
          </a:p>
          <a:p>
            <a:pPr>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Submitted By: Siddhi Amare</a:t>
            </a:r>
          </a:p>
          <a:p>
            <a:pPr>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Organization: Bluestock Fintech</a:t>
            </a:r>
          </a:p>
          <a:p>
            <a:pPr>
              <a:spcBef>
                <a:spcPts val="1000"/>
              </a:spcBef>
              <a:buClr>
                <a:schemeClr val="bg2">
                  <a:lumMod val="40000"/>
                  <a:lumOff val="60000"/>
                </a:schemeClr>
              </a:buClr>
              <a:buSzPct val="80000"/>
              <a:buFont typeface="Wingdings 3" charset="2"/>
              <a:buChar char=""/>
            </a:pPr>
            <a:r>
              <a:rPr lang="en-US">
                <a:solidFill>
                  <a:srgbClr val="EBEBEB"/>
                </a:solidFill>
                <a:latin typeface="+mj-lt"/>
                <a:ea typeface="+mj-ea"/>
                <a:cs typeface="+mj-cs"/>
              </a:rPr>
              <a:t>Date: [22/06/2026]</a:t>
            </a:r>
          </a:p>
        </p:txBody>
      </p:sp>
    </p:spTree>
    <p:extLst>
      <p:ext uri="{BB962C8B-B14F-4D97-AF65-F5344CB8AC3E}">
        <p14:creationId xmlns:p14="http://schemas.microsoft.com/office/powerpoint/2010/main" val="3294795760"/>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F4408-88A5-EDAA-944D-91DB6ED5AD7B}"/>
              </a:ext>
            </a:extLst>
          </p:cNvPr>
          <p:cNvSpPr txBox="1"/>
          <p:nvPr/>
        </p:nvSpPr>
        <p:spPr>
          <a:xfrm>
            <a:off x="1356852" y="393290"/>
            <a:ext cx="8593393" cy="646331"/>
          </a:xfrm>
          <a:prstGeom prst="rect">
            <a:avLst/>
          </a:prstGeom>
          <a:no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Problem Statement </a:t>
            </a:r>
          </a:p>
        </p:txBody>
      </p:sp>
      <p:sp>
        <p:nvSpPr>
          <p:cNvPr id="4" name="TextBox 3">
            <a:extLst>
              <a:ext uri="{FF2B5EF4-FFF2-40B4-BE49-F238E27FC236}">
                <a16:creationId xmlns:a16="http://schemas.microsoft.com/office/drawing/2014/main" id="{F27E4AEF-3E9A-BC08-6930-7E5D87E68612}"/>
              </a:ext>
            </a:extLst>
          </p:cNvPr>
          <p:cNvSpPr txBox="1"/>
          <p:nvPr/>
        </p:nvSpPr>
        <p:spPr>
          <a:xfrm>
            <a:off x="308113" y="924232"/>
            <a:ext cx="11161643" cy="5109091"/>
          </a:xfrm>
          <a:prstGeom prst="rect">
            <a:avLst/>
          </a:prstGeom>
          <a:noFill/>
        </p:spPr>
        <p:txBody>
          <a:bodyPr wrap="square">
            <a:spAutoFit/>
          </a:bodyPr>
          <a:lstStyle/>
          <a:p>
            <a:pPr algn="just">
              <a:buNone/>
            </a:pPr>
            <a:endParaRPr lang="en-IN" b="1" dirty="0"/>
          </a:p>
          <a:p>
            <a:pPr algn="just">
              <a:buNone/>
            </a:pPr>
            <a:r>
              <a:rPr lang="en-IN" sz="2200" dirty="0">
                <a:latin typeface="Times New Roman" panose="02020603050405020304" pitchFamily="18" charset="0"/>
                <a:cs typeface="Times New Roman" panose="02020603050405020304" pitchFamily="18" charset="0"/>
              </a:rPr>
              <a:t>The mutual fund industry generates large volumes of financial data, including Net Asset Values (NAVs), returns, risk indicators, and fund performance metrics. Investors and financial analysts often face difficulties in efficiently </a:t>
            </a:r>
            <a:r>
              <a:rPr lang="en-IN" sz="2200" dirty="0" err="1">
                <a:latin typeface="Times New Roman" panose="02020603050405020304" pitchFamily="18" charset="0"/>
                <a:cs typeface="Times New Roman" panose="02020603050405020304" pitchFamily="18" charset="0"/>
              </a:rPr>
              <a:t>analyzing</a:t>
            </a:r>
            <a:r>
              <a:rPr lang="en-IN" sz="2200" dirty="0">
                <a:latin typeface="Times New Roman" panose="02020603050405020304" pitchFamily="18" charset="0"/>
                <a:cs typeface="Times New Roman" panose="02020603050405020304" pitchFamily="18" charset="0"/>
              </a:rPr>
              <a:t> this data to compare funds, identify high-performing investment options, and make informed decisions.</a:t>
            </a:r>
          </a:p>
          <a:p>
            <a:pPr algn="just">
              <a:buNone/>
            </a:pPr>
            <a:r>
              <a:rPr lang="en-IN" sz="2200" dirty="0">
                <a:latin typeface="Times New Roman" panose="02020603050405020304" pitchFamily="18" charset="0"/>
                <a:cs typeface="Times New Roman" panose="02020603050405020304" pitchFamily="18" charset="0"/>
              </a:rPr>
              <a:t>Manual analysis of mutual fund data is time-consuming, prone to errors, and lacks scalability when dealing with multiple fund categories and historical records. Additionally, the absence of a centralized and interactive analytical platform limits the ability to monitor performance trends, evaluate risk-return relationships, and derive actionable insights.</a:t>
            </a:r>
          </a:p>
          <a:p>
            <a:pPr algn="just">
              <a:buNone/>
            </a:pPr>
            <a:r>
              <a:rPr lang="en-IN" sz="2200" dirty="0">
                <a:latin typeface="Times New Roman" panose="02020603050405020304" pitchFamily="18" charset="0"/>
                <a:cs typeface="Times New Roman" panose="02020603050405020304" pitchFamily="18" charset="0"/>
              </a:rPr>
              <a:t>This project aims to address these challenges by developing an end-to-end Mutual Fund Analytics Solution that automates data extraction, transformation, and loading (ETL), performs comprehensive exploratory data analysis (EDA), evaluates fund performance using key financial metrics, and presents insights through an interactive dashboard. The solution enables efficient analysis of mutual fund data, supports data-driven investment decisions, and provides a scalable framework for future enhancements in financial analytics.</a:t>
            </a:r>
          </a:p>
        </p:txBody>
      </p:sp>
    </p:spTree>
    <p:extLst>
      <p:ext uri="{BB962C8B-B14F-4D97-AF65-F5344CB8AC3E}">
        <p14:creationId xmlns:p14="http://schemas.microsoft.com/office/powerpoint/2010/main" val="1766866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C292B-07E4-2104-DAD9-411579C2DBAD}"/>
              </a:ext>
            </a:extLst>
          </p:cNvPr>
          <p:cNvSpPr txBox="1"/>
          <p:nvPr/>
        </p:nvSpPr>
        <p:spPr>
          <a:xfrm>
            <a:off x="424897" y="456626"/>
            <a:ext cx="11293338" cy="6601807"/>
          </a:xfrm>
          <a:prstGeom prst="rect">
            <a:avLst/>
          </a:prstGeom>
          <a:noFill/>
        </p:spPr>
        <p:txBody>
          <a:bodyPr wrap="square">
            <a:spAutoFit/>
          </a:bodyPr>
          <a:lstStyle/>
          <a:p>
            <a:pPr algn="ctr">
              <a:buNone/>
            </a:pPr>
            <a:r>
              <a:rPr lang="en-IN" sz="3500" b="1" dirty="0">
                <a:latin typeface="Times New Roman" panose="02020603050405020304" pitchFamily="18" charset="0"/>
                <a:cs typeface="Times New Roman" panose="02020603050405020304" pitchFamily="18" charset="0"/>
              </a:rPr>
              <a:t>Data Sources</a:t>
            </a:r>
          </a:p>
          <a:p>
            <a:pPr>
              <a:buNone/>
            </a:pPr>
            <a:endParaRPr lang="en-IN" b="1" dirty="0"/>
          </a:p>
          <a:p>
            <a:pPr>
              <a:buNone/>
            </a:pPr>
            <a:endParaRPr lang="en-IN" b="1" dirty="0"/>
          </a:p>
          <a:p>
            <a:pPr algn="just">
              <a:buNone/>
            </a:pPr>
            <a:r>
              <a:rPr lang="en-IN" sz="2200" dirty="0">
                <a:latin typeface="Times New Roman" panose="02020603050405020304" pitchFamily="18" charset="0"/>
                <a:cs typeface="Times New Roman" panose="02020603050405020304" pitchFamily="18" charset="0"/>
              </a:rPr>
              <a:t>The </a:t>
            </a:r>
            <a:r>
              <a:rPr lang="en-IN" sz="2200" dirty="0" err="1">
                <a:latin typeface="Times New Roman" panose="02020603050405020304" pitchFamily="18" charset="0"/>
                <a:cs typeface="Times New Roman" panose="02020603050405020304" pitchFamily="18" charset="0"/>
              </a:rPr>
              <a:t>Bluestock</a:t>
            </a:r>
            <a:r>
              <a:rPr lang="en-IN" sz="2200" dirty="0">
                <a:latin typeface="Times New Roman" panose="02020603050405020304" pitchFamily="18" charset="0"/>
                <a:cs typeface="Times New Roman" panose="02020603050405020304" pitchFamily="18" charset="0"/>
              </a:rPr>
              <a:t> Mutual Fund Capstone Project utilizes mutual fund datasets collected from publicly available financial data sources and processed datasets generated through the ETL pipeline. These datasets provide information related to fund performance, returns, categories, and risk metrics, enabling comprehensive analysis and dashboard development.</a:t>
            </a:r>
          </a:p>
          <a:p>
            <a:pPr algn="just"/>
            <a:r>
              <a:rPr lang="en-IN" sz="2200" b="1" dirty="0">
                <a:latin typeface="Times New Roman" panose="02020603050405020304" pitchFamily="18" charset="0"/>
                <a:cs typeface="Times New Roman" panose="02020603050405020304" pitchFamily="18" charset="0"/>
              </a:rPr>
              <a:t>1. Mutual Fund NAV Dataset</a:t>
            </a:r>
          </a:p>
          <a:p>
            <a:pPr algn="just"/>
            <a:r>
              <a:rPr lang="en-IN" sz="2200" b="1" dirty="0">
                <a:latin typeface="Times New Roman" panose="02020603050405020304" pitchFamily="18" charset="0"/>
                <a:cs typeface="Times New Roman" panose="02020603050405020304" pitchFamily="18" charset="0"/>
              </a:rPr>
              <a:t>Description</a:t>
            </a:r>
          </a:p>
          <a:p>
            <a:pPr algn="just"/>
            <a:r>
              <a:rPr lang="en-IN" sz="2200" dirty="0">
                <a:latin typeface="Times New Roman" panose="02020603050405020304" pitchFamily="18" charset="0"/>
                <a:cs typeface="Times New Roman" panose="02020603050405020304" pitchFamily="18" charset="0"/>
              </a:rPr>
              <a:t>The Net Asset Value (NAV) dataset contains historical daily NAV records for various mutual funds. NAV represents the per-unit value of a mutual fund and is used to evaluate fund performance over time.</a:t>
            </a:r>
          </a:p>
          <a:p>
            <a:pPr algn="just"/>
            <a:r>
              <a:rPr lang="en-IN" sz="2200" b="1" dirty="0">
                <a:latin typeface="Times New Roman" panose="02020603050405020304" pitchFamily="18" charset="0"/>
                <a:cs typeface="Times New Roman" panose="02020603050405020304" pitchFamily="18" charset="0"/>
              </a:rPr>
              <a:t>Key Attributes</a:t>
            </a:r>
          </a:p>
          <a:p>
            <a:pPr algn="just"/>
            <a:r>
              <a:rPr lang="en-IN" sz="2200" dirty="0">
                <a:latin typeface="Times New Roman" panose="02020603050405020304" pitchFamily="18" charset="0"/>
                <a:cs typeface="Times New Roman" panose="02020603050405020304" pitchFamily="18" charset="0"/>
              </a:rPr>
              <a:t>Fund Name</a:t>
            </a:r>
          </a:p>
          <a:p>
            <a:pPr algn="just"/>
            <a:r>
              <a:rPr lang="en-IN" sz="2200" dirty="0">
                <a:latin typeface="Times New Roman" panose="02020603050405020304" pitchFamily="18" charset="0"/>
                <a:cs typeface="Times New Roman" panose="02020603050405020304" pitchFamily="18" charset="0"/>
              </a:rPr>
              <a:t>Scheme Code</a:t>
            </a:r>
          </a:p>
          <a:p>
            <a:pPr algn="just"/>
            <a:r>
              <a:rPr lang="en-IN" sz="2200" dirty="0">
                <a:latin typeface="Times New Roman" panose="02020603050405020304" pitchFamily="18" charset="0"/>
                <a:cs typeface="Times New Roman" panose="02020603050405020304" pitchFamily="18" charset="0"/>
              </a:rPr>
              <a:t>NAV Value</a:t>
            </a:r>
          </a:p>
          <a:p>
            <a:pPr algn="just"/>
            <a:r>
              <a:rPr lang="en-IN" sz="2200" dirty="0">
                <a:latin typeface="Times New Roman" panose="02020603050405020304" pitchFamily="18" charset="0"/>
                <a:cs typeface="Times New Roman" panose="02020603050405020304" pitchFamily="18" charset="0"/>
              </a:rPr>
              <a:t>Date</a:t>
            </a:r>
          </a:p>
          <a:p>
            <a:pPr algn="just"/>
            <a:r>
              <a:rPr lang="en-IN" sz="2200" dirty="0">
                <a:latin typeface="Times New Roman" panose="02020603050405020304" pitchFamily="18" charset="0"/>
                <a:cs typeface="Times New Roman" panose="02020603050405020304" pitchFamily="18" charset="0"/>
              </a:rPr>
              <a:t>Fund Category</a:t>
            </a:r>
          </a:p>
          <a:p>
            <a:pPr>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858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8E9CC1-4B43-E840-55D6-5CC417453D10}"/>
              </a:ext>
            </a:extLst>
          </p:cNvPr>
          <p:cNvSpPr txBox="1"/>
          <p:nvPr/>
        </p:nvSpPr>
        <p:spPr>
          <a:xfrm>
            <a:off x="377687" y="656705"/>
            <a:ext cx="11390243" cy="2862322"/>
          </a:xfrm>
          <a:prstGeom prst="rect">
            <a:avLst/>
          </a:prstGeom>
          <a:noFill/>
        </p:spPr>
        <p:txBody>
          <a:bodyPr wrap="square">
            <a:spAutoFit/>
          </a:bodyPr>
          <a:lstStyle/>
          <a:p>
            <a:pPr>
              <a:buNone/>
            </a:pPr>
            <a:r>
              <a:rPr lang="en-IN" b="1" dirty="0"/>
              <a:t>2. Mutual Fund Scheme Information Dataset</a:t>
            </a:r>
          </a:p>
          <a:p>
            <a:pPr algn="just">
              <a:buNone/>
            </a:pPr>
            <a:r>
              <a:rPr lang="en-IN" b="1" dirty="0"/>
              <a:t>Description</a:t>
            </a:r>
          </a:p>
          <a:p>
            <a:pPr algn="just">
              <a:buNone/>
            </a:pPr>
            <a:r>
              <a:rPr lang="en-IN" dirty="0"/>
              <a:t>This dataset contains descriptive information about mutual fund schemes and their classifications.</a:t>
            </a:r>
          </a:p>
          <a:p>
            <a:pPr algn="just">
              <a:buNone/>
            </a:pPr>
            <a:r>
              <a:rPr lang="en-IN" b="1" dirty="0"/>
              <a:t>Key Attributes</a:t>
            </a:r>
          </a:p>
          <a:p>
            <a:pPr algn="just">
              <a:buFont typeface="Arial" panose="020B0604020202020204" pitchFamily="34" charset="0"/>
              <a:buChar char="•"/>
            </a:pPr>
            <a:r>
              <a:rPr lang="en-IN" dirty="0"/>
              <a:t>Fund Name</a:t>
            </a:r>
          </a:p>
          <a:p>
            <a:pPr algn="just">
              <a:buFont typeface="Arial" panose="020B0604020202020204" pitchFamily="34" charset="0"/>
              <a:buChar char="•"/>
            </a:pPr>
            <a:r>
              <a:rPr lang="en-IN" dirty="0"/>
              <a:t>Fund Category</a:t>
            </a:r>
          </a:p>
          <a:p>
            <a:pPr algn="just">
              <a:buFont typeface="Arial" panose="020B0604020202020204" pitchFamily="34" charset="0"/>
              <a:buChar char="•"/>
            </a:pPr>
            <a:r>
              <a:rPr lang="en-IN" dirty="0"/>
              <a:t>Asset Management Company (AMC)</a:t>
            </a:r>
          </a:p>
          <a:p>
            <a:pPr algn="just">
              <a:buFont typeface="Arial" panose="020B0604020202020204" pitchFamily="34" charset="0"/>
              <a:buChar char="•"/>
            </a:pPr>
            <a:r>
              <a:rPr lang="en-IN" dirty="0"/>
              <a:t>Scheme Type</a:t>
            </a:r>
          </a:p>
          <a:p>
            <a:pPr algn="just">
              <a:buFont typeface="Arial" panose="020B0604020202020204" pitchFamily="34" charset="0"/>
              <a:buChar char="•"/>
            </a:pPr>
            <a:r>
              <a:rPr lang="en-IN" dirty="0"/>
              <a:t>Investment Objective</a:t>
            </a:r>
          </a:p>
          <a:p>
            <a:pPr algn="just">
              <a:buFont typeface="Arial" panose="020B0604020202020204" pitchFamily="34" charset="0"/>
              <a:buChar char="•"/>
            </a:pPr>
            <a:r>
              <a:rPr lang="en-IN" dirty="0"/>
              <a:t>Risk Level</a:t>
            </a:r>
          </a:p>
        </p:txBody>
      </p:sp>
      <p:sp>
        <p:nvSpPr>
          <p:cNvPr id="5" name="TextBox 4">
            <a:extLst>
              <a:ext uri="{FF2B5EF4-FFF2-40B4-BE49-F238E27FC236}">
                <a16:creationId xmlns:a16="http://schemas.microsoft.com/office/drawing/2014/main" id="{E938003A-930D-8A4D-4B6E-BFE48803063C}"/>
              </a:ext>
            </a:extLst>
          </p:cNvPr>
          <p:cNvSpPr txBox="1"/>
          <p:nvPr/>
        </p:nvSpPr>
        <p:spPr>
          <a:xfrm>
            <a:off x="424070" y="3559358"/>
            <a:ext cx="11642034" cy="2862322"/>
          </a:xfrm>
          <a:prstGeom prst="rect">
            <a:avLst/>
          </a:prstGeom>
          <a:noFill/>
        </p:spPr>
        <p:txBody>
          <a:bodyPr wrap="square">
            <a:spAutoFit/>
          </a:bodyPr>
          <a:lstStyle/>
          <a:p>
            <a:pPr>
              <a:buNone/>
            </a:pPr>
            <a:r>
              <a:rPr lang="en-IN" b="1" dirty="0"/>
              <a:t>3. Returns and Performance Dataset</a:t>
            </a:r>
          </a:p>
          <a:p>
            <a:pPr>
              <a:buNone/>
            </a:pPr>
            <a:r>
              <a:rPr lang="en-IN" b="1" dirty="0"/>
              <a:t>Description</a:t>
            </a:r>
          </a:p>
          <a:p>
            <a:pPr>
              <a:buNone/>
            </a:pPr>
            <a:r>
              <a:rPr lang="en-IN" dirty="0"/>
              <a:t>This dataset is generated during the transformation stage of the ETL process and contains calculated performance indicators.</a:t>
            </a:r>
          </a:p>
          <a:p>
            <a:pPr>
              <a:buNone/>
            </a:pPr>
            <a:r>
              <a:rPr lang="en-IN" b="1" dirty="0"/>
              <a:t>Key Attributes</a:t>
            </a:r>
          </a:p>
          <a:p>
            <a:pPr>
              <a:buFont typeface="Arial" panose="020B0604020202020204" pitchFamily="34" charset="0"/>
              <a:buChar char="•"/>
            </a:pPr>
            <a:r>
              <a:rPr lang="en-IN" dirty="0"/>
              <a:t>Annual Return</a:t>
            </a:r>
          </a:p>
          <a:p>
            <a:pPr>
              <a:buFont typeface="Arial" panose="020B0604020202020204" pitchFamily="34" charset="0"/>
              <a:buChar char="•"/>
            </a:pPr>
            <a:r>
              <a:rPr lang="en-IN" dirty="0"/>
              <a:t>CAGR (Compound Annual Growth Rate)</a:t>
            </a:r>
          </a:p>
          <a:p>
            <a:pPr>
              <a:buFont typeface="Arial" panose="020B0604020202020204" pitchFamily="34" charset="0"/>
              <a:buChar char="•"/>
            </a:pPr>
            <a:r>
              <a:rPr lang="en-IN" dirty="0"/>
              <a:t>Rolling Returns</a:t>
            </a:r>
          </a:p>
          <a:p>
            <a:pPr>
              <a:buFont typeface="Arial" panose="020B0604020202020204" pitchFamily="34" charset="0"/>
              <a:buChar char="•"/>
            </a:pPr>
            <a:r>
              <a:rPr lang="en-IN" dirty="0"/>
              <a:t>Benchmark Comparison</a:t>
            </a:r>
          </a:p>
          <a:p>
            <a:pPr>
              <a:buFont typeface="Arial" panose="020B0604020202020204" pitchFamily="34" charset="0"/>
              <a:buChar char="•"/>
            </a:pPr>
            <a:r>
              <a:rPr lang="en-IN" dirty="0"/>
              <a:t>Performance Ranking</a:t>
            </a:r>
          </a:p>
        </p:txBody>
      </p:sp>
    </p:spTree>
    <p:extLst>
      <p:ext uri="{BB962C8B-B14F-4D97-AF65-F5344CB8AC3E}">
        <p14:creationId xmlns:p14="http://schemas.microsoft.com/office/powerpoint/2010/main" val="1167412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5EAA0E-D350-12A4-6580-3683354227A1}"/>
              </a:ext>
            </a:extLst>
          </p:cNvPr>
          <p:cNvSpPr txBox="1"/>
          <p:nvPr/>
        </p:nvSpPr>
        <p:spPr>
          <a:xfrm>
            <a:off x="424897" y="546078"/>
            <a:ext cx="11313215" cy="2585323"/>
          </a:xfrm>
          <a:prstGeom prst="rect">
            <a:avLst/>
          </a:prstGeom>
          <a:noFill/>
        </p:spPr>
        <p:txBody>
          <a:bodyPr wrap="square">
            <a:spAutoFit/>
          </a:bodyPr>
          <a:lstStyle/>
          <a:p>
            <a:pPr>
              <a:buNone/>
            </a:pPr>
            <a:r>
              <a:rPr lang="en-IN" b="1"/>
              <a:t>4. Risk Metrics Dataset</a:t>
            </a:r>
          </a:p>
          <a:p>
            <a:pPr>
              <a:buNone/>
            </a:pPr>
            <a:r>
              <a:rPr lang="en-IN" b="1"/>
              <a:t>Description</a:t>
            </a:r>
          </a:p>
          <a:p>
            <a:pPr>
              <a:buNone/>
            </a:pPr>
            <a:r>
              <a:rPr lang="en-IN"/>
              <a:t>A derived dataset containing financial risk indicators used to assess the risk-return profile of mutual funds.</a:t>
            </a:r>
          </a:p>
          <a:p>
            <a:pPr>
              <a:buNone/>
            </a:pPr>
            <a:r>
              <a:rPr lang="en-IN" b="1"/>
              <a:t>Key Attributes</a:t>
            </a:r>
          </a:p>
          <a:p>
            <a:pPr>
              <a:buFont typeface="Arial" panose="020B0604020202020204" pitchFamily="34" charset="0"/>
              <a:buChar char="•"/>
            </a:pPr>
            <a:r>
              <a:rPr lang="en-IN"/>
              <a:t>Volatility</a:t>
            </a:r>
          </a:p>
          <a:p>
            <a:pPr>
              <a:buFont typeface="Arial" panose="020B0604020202020204" pitchFamily="34" charset="0"/>
              <a:buChar char="•"/>
            </a:pPr>
            <a:r>
              <a:rPr lang="en-IN"/>
              <a:t>Sharpe Ratio</a:t>
            </a:r>
          </a:p>
          <a:p>
            <a:pPr>
              <a:buFont typeface="Arial" panose="020B0604020202020204" pitchFamily="34" charset="0"/>
              <a:buChar char="•"/>
            </a:pPr>
            <a:r>
              <a:rPr lang="en-IN"/>
              <a:t>Maximum Drawdown</a:t>
            </a:r>
          </a:p>
          <a:p>
            <a:pPr>
              <a:buFont typeface="Arial" panose="020B0604020202020204" pitchFamily="34" charset="0"/>
              <a:buChar char="•"/>
            </a:pPr>
            <a:r>
              <a:rPr lang="en-IN"/>
              <a:t>Risk Category</a:t>
            </a:r>
            <a:endParaRPr lang="en-IN" dirty="0"/>
          </a:p>
        </p:txBody>
      </p:sp>
      <p:sp>
        <p:nvSpPr>
          <p:cNvPr id="5" name="TextBox 4">
            <a:extLst>
              <a:ext uri="{FF2B5EF4-FFF2-40B4-BE49-F238E27FC236}">
                <a16:creationId xmlns:a16="http://schemas.microsoft.com/office/drawing/2014/main" id="{49BA8356-1DE9-B95C-768C-BDF57777FA43}"/>
              </a:ext>
            </a:extLst>
          </p:cNvPr>
          <p:cNvSpPr txBox="1"/>
          <p:nvPr/>
        </p:nvSpPr>
        <p:spPr>
          <a:xfrm>
            <a:off x="345383" y="3429000"/>
            <a:ext cx="11690903" cy="2308324"/>
          </a:xfrm>
          <a:prstGeom prst="rect">
            <a:avLst/>
          </a:prstGeom>
          <a:noFill/>
        </p:spPr>
        <p:txBody>
          <a:bodyPr wrap="square">
            <a:spAutoFit/>
          </a:bodyPr>
          <a:lstStyle/>
          <a:p>
            <a:pPr>
              <a:buNone/>
            </a:pPr>
            <a:r>
              <a:rPr lang="en-IN" b="1" dirty="0"/>
              <a:t>Data Quality Assessment</a:t>
            </a:r>
          </a:p>
          <a:p>
            <a:pPr>
              <a:buNone/>
            </a:pPr>
            <a:r>
              <a:rPr lang="en-IN" dirty="0"/>
              <a:t>Several data quality checks were performed before analysis:</a:t>
            </a:r>
          </a:p>
          <a:p>
            <a:pPr>
              <a:buFont typeface="Arial" panose="020B0604020202020204" pitchFamily="34" charset="0"/>
              <a:buChar char="•"/>
            </a:pPr>
            <a:r>
              <a:rPr lang="en-IN" dirty="0"/>
              <a:t>Identification and removal of duplicate records</a:t>
            </a:r>
          </a:p>
          <a:p>
            <a:pPr>
              <a:buFont typeface="Arial" panose="020B0604020202020204" pitchFamily="34" charset="0"/>
              <a:buChar char="•"/>
            </a:pPr>
            <a:r>
              <a:rPr lang="en-IN" dirty="0"/>
              <a:t>Handling of missing values</a:t>
            </a:r>
          </a:p>
          <a:p>
            <a:pPr>
              <a:buFont typeface="Arial" panose="020B0604020202020204" pitchFamily="34" charset="0"/>
              <a:buChar char="•"/>
            </a:pPr>
            <a:r>
              <a:rPr lang="en-IN" dirty="0"/>
              <a:t>Date format standardization</a:t>
            </a:r>
          </a:p>
          <a:p>
            <a:pPr>
              <a:buFont typeface="Arial" panose="020B0604020202020204" pitchFamily="34" charset="0"/>
              <a:buChar char="•"/>
            </a:pPr>
            <a:r>
              <a:rPr lang="en-IN" dirty="0"/>
              <a:t>Validation of numerical fields</a:t>
            </a:r>
          </a:p>
          <a:p>
            <a:pPr>
              <a:buFont typeface="Arial" panose="020B0604020202020204" pitchFamily="34" charset="0"/>
              <a:buChar char="•"/>
            </a:pPr>
            <a:r>
              <a:rPr lang="en-IN" dirty="0"/>
              <a:t>Consistency checks across datasets</a:t>
            </a:r>
          </a:p>
          <a:p>
            <a:pPr>
              <a:buNone/>
            </a:pPr>
            <a:r>
              <a:rPr lang="en-IN" dirty="0"/>
              <a:t>These preprocessing steps ensured reliable and accurate analytical results throughout the project.</a:t>
            </a:r>
          </a:p>
        </p:txBody>
      </p:sp>
    </p:spTree>
    <p:extLst>
      <p:ext uri="{BB962C8B-B14F-4D97-AF65-F5344CB8AC3E}">
        <p14:creationId xmlns:p14="http://schemas.microsoft.com/office/powerpoint/2010/main" val="2123218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9ABA9A-A1E5-8822-C8E3-BBB086DB28C5}"/>
              </a:ext>
            </a:extLst>
          </p:cNvPr>
          <p:cNvSpPr txBox="1"/>
          <p:nvPr/>
        </p:nvSpPr>
        <p:spPr>
          <a:xfrm>
            <a:off x="2543503" y="693683"/>
            <a:ext cx="1972015" cy="369332"/>
          </a:xfrm>
          <a:prstGeom prst="rect">
            <a:avLst/>
          </a:prstGeom>
          <a:noFill/>
        </p:spPr>
        <p:txBody>
          <a:bodyPr wrap="none" rtlCol="0">
            <a:spAutoFit/>
          </a:bodyPr>
          <a:lstStyle/>
          <a:p>
            <a:r>
              <a:rPr lang="en-IN" dirty="0"/>
              <a:t>ETL Architecture</a:t>
            </a:r>
          </a:p>
        </p:txBody>
      </p:sp>
      <p:pic>
        <p:nvPicPr>
          <p:cNvPr id="6" name="Picture 5">
            <a:extLst>
              <a:ext uri="{FF2B5EF4-FFF2-40B4-BE49-F238E27FC236}">
                <a16:creationId xmlns:a16="http://schemas.microsoft.com/office/drawing/2014/main" id="{CA7D7048-9292-95A0-79EA-EEA931EE0D6F}"/>
              </a:ext>
            </a:extLst>
          </p:cNvPr>
          <p:cNvPicPr>
            <a:picLocks noChangeAspect="1"/>
          </p:cNvPicPr>
          <p:nvPr/>
        </p:nvPicPr>
        <p:blipFill>
          <a:blip r:embed="rId2"/>
          <a:stretch>
            <a:fillRect/>
          </a:stretch>
        </p:blipFill>
        <p:spPr>
          <a:xfrm>
            <a:off x="2291645" y="1298222"/>
            <a:ext cx="7823200" cy="5057422"/>
          </a:xfrm>
          <a:prstGeom prst="rect">
            <a:avLst/>
          </a:prstGeom>
        </p:spPr>
      </p:pic>
    </p:spTree>
    <p:extLst>
      <p:ext uri="{BB962C8B-B14F-4D97-AF65-F5344CB8AC3E}">
        <p14:creationId xmlns:p14="http://schemas.microsoft.com/office/powerpoint/2010/main" val="690417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D8EF74-C0FE-6FC9-5258-85099FEDA6ED}"/>
              </a:ext>
            </a:extLst>
          </p:cNvPr>
          <p:cNvSpPr txBox="1"/>
          <p:nvPr/>
        </p:nvSpPr>
        <p:spPr>
          <a:xfrm>
            <a:off x="519288" y="471437"/>
            <a:ext cx="11063111" cy="1477328"/>
          </a:xfrm>
          <a:prstGeom prst="rect">
            <a:avLst/>
          </a:prstGeom>
          <a:noFill/>
        </p:spPr>
        <p:txBody>
          <a:bodyPr wrap="square">
            <a:spAutoFit/>
          </a:bodyPr>
          <a:lstStyle/>
          <a:p>
            <a:pPr algn="ctr">
              <a:buNone/>
            </a:pPr>
            <a:r>
              <a:rPr lang="en-IN" b="1" dirty="0"/>
              <a:t>Exploratory Data Analysis (EDA) Highlights</a:t>
            </a:r>
          </a:p>
          <a:p>
            <a:pPr>
              <a:buNone/>
            </a:pPr>
            <a:endParaRPr lang="en-IN" b="1" dirty="0"/>
          </a:p>
          <a:p>
            <a:pPr>
              <a:buNone/>
            </a:pPr>
            <a:r>
              <a:rPr lang="en-IN" dirty="0"/>
              <a:t>Exploratory Data Analysis (EDA) was conducted to understand the structure, quality, and characteristics of the mutual fund dataset. The analysis focused on identifying trends, distributions, performance patterns, and risk-return relationships across different mutual fund categories.</a:t>
            </a:r>
          </a:p>
        </p:txBody>
      </p:sp>
      <p:sp>
        <p:nvSpPr>
          <p:cNvPr id="5" name="TextBox 4">
            <a:extLst>
              <a:ext uri="{FF2B5EF4-FFF2-40B4-BE49-F238E27FC236}">
                <a16:creationId xmlns:a16="http://schemas.microsoft.com/office/drawing/2014/main" id="{C5A56A35-25E8-AB65-4DF7-4384DF2E2EF1}"/>
              </a:ext>
            </a:extLst>
          </p:cNvPr>
          <p:cNvSpPr txBox="1"/>
          <p:nvPr/>
        </p:nvSpPr>
        <p:spPr>
          <a:xfrm>
            <a:off x="519288" y="2259463"/>
            <a:ext cx="11063110" cy="2862322"/>
          </a:xfrm>
          <a:prstGeom prst="rect">
            <a:avLst/>
          </a:prstGeom>
          <a:noFill/>
        </p:spPr>
        <p:txBody>
          <a:bodyPr wrap="square">
            <a:spAutoFit/>
          </a:bodyPr>
          <a:lstStyle/>
          <a:p>
            <a:pPr>
              <a:buNone/>
            </a:pPr>
            <a:r>
              <a:rPr lang="en-IN" b="1" dirty="0"/>
              <a:t>1. Fund Category Distribution</a:t>
            </a:r>
          </a:p>
          <a:p>
            <a:pPr>
              <a:buNone/>
            </a:pPr>
            <a:r>
              <a:rPr lang="en-IN" dirty="0"/>
              <a:t>The distribution of mutual funds across categories was </a:t>
            </a:r>
            <a:r>
              <a:rPr lang="en-IN" dirty="0" err="1"/>
              <a:t>analyzed</a:t>
            </a:r>
            <a:r>
              <a:rPr lang="en-IN" dirty="0"/>
              <a:t> to understand market representation.</a:t>
            </a:r>
          </a:p>
          <a:p>
            <a:pPr>
              <a:buNone/>
            </a:pPr>
            <a:r>
              <a:rPr lang="en-IN" b="1" dirty="0"/>
              <a:t>Findings</a:t>
            </a:r>
          </a:p>
          <a:p>
            <a:pPr>
              <a:buFont typeface="Arial" panose="020B0604020202020204" pitchFamily="34" charset="0"/>
              <a:buChar char="•"/>
            </a:pPr>
            <a:r>
              <a:rPr lang="en-IN" dirty="0"/>
              <a:t>Equity funds constituted the largest portion of the dataset.</a:t>
            </a:r>
          </a:p>
          <a:p>
            <a:pPr>
              <a:buFont typeface="Arial" panose="020B0604020202020204" pitchFamily="34" charset="0"/>
              <a:buChar char="•"/>
            </a:pPr>
            <a:r>
              <a:rPr lang="en-IN" dirty="0"/>
              <a:t>Debt funds represented a significant share with lower-risk investment options.</a:t>
            </a:r>
          </a:p>
          <a:p>
            <a:pPr>
              <a:buFont typeface="Arial" panose="020B0604020202020204" pitchFamily="34" charset="0"/>
              <a:buChar char="•"/>
            </a:pPr>
            <a:r>
              <a:rPr lang="en-IN" dirty="0"/>
              <a:t>Hybrid funds provided a balance between growth and stability.</a:t>
            </a:r>
          </a:p>
          <a:p>
            <a:pPr>
              <a:buNone/>
            </a:pPr>
            <a:r>
              <a:rPr lang="en-IN" b="1" dirty="0"/>
              <a:t>Insight</a:t>
            </a:r>
          </a:p>
          <a:p>
            <a:pPr>
              <a:buNone/>
            </a:pPr>
            <a:r>
              <a:rPr lang="en-IN" dirty="0"/>
              <a:t>The dominance of equity funds indicates a greater investor focus on long-term wealth creation and capital appreciation.</a:t>
            </a:r>
          </a:p>
        </p:txBody>
      </p:sp>
    </p:spTree>
    <p:extLst>
      <p:ext uri="{BB962C8B-B14F-4D97-AF65-F5344CB8AC3E}">
        <p14:creationId xmlns:p14="http://schemas.microsoft.com/office/powerpoint/2010/main" val="2725695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A70619-8B93-F1F0-43E1-3059E9339137}"/>
              </a:ext>
            </a:extLst>
          </p:cNvPr>
          <p:cNvSpPr txBox="1"/>
          <p:nvPr/>
        </p:nvSpPr>
        <p:spPr>
          <a:xfrm>
            <a:off x="508000" y="527040"/>
            <a:ext cx="10927644" cy="5355312"/>
          </a:xfrm>
          <a:prstGeom prst="rect">
            <a:avLst/>
          </a:prstGeom>
          <a:noFill/>
        </p:spPr>
        <p:txBody>
          <a:bodyPr wrap="square">
            <a:spAutoFit/>
          </a:bodyPr>
          <a:lstStyle/>
          <a:p>
            <a:pPr algn="just">
              <a:buNone/>
            </a:pPr>
            <a:r>
              <a:rPr lang="en-IN" b="1" dirty="0"/>
              <a:t>2. Return Distribution Analysis</a:t>
            </a:r>
          </a:p>
          <a:p>
            <a:pPr algn="just">
              <a:buNone/>
            </a:pPr>
            <a:r>
              <a:rPr lang="en-IN" dirty="0"/>
              <a:t>The distribution of fund returns was examined to assess overall performance patterns.</a:t>
            </a:r>
          </a:p>
          <a:p>
            <a:pPr algn="just">
              <a:buNone/>
            </a:pPr>
            <a:r>
              <a:rPr lang="en-IN" b="1" dirty="0"/>
              <a:t>Findings</a:t>
            </a:r>
          </a:p>
          <a:p>
            <a:pPr algn="just">
              <a:buFont typeface="Arial" panose="020B0604020202020204" pitchFamily="34" charset="0"/>
              <a:buChar char="•"/>
            </a:pPr>
            <a:r>
              <a:rPr lang="en-IN" dirty="0"/>
              <a:t>Most mutual funds generated moderate returns within a defined range.</a:t>
            </a:r>
          </a:p>
          <a:p>
            <a:pPr algn="just">
              <a:buFont typeface="Arial" panose="020B0604020202020204" pitchFamily="34" charset="0"/>
              <a:buChar char="•"/>
            </a:pPr>
            <a:r>
              <a:rPr lang="en-IN" dirty="0"/>
              <a:t>A small number of funds significantly outperformed the average.</a:t>
            </a:r>
          </a:p>
          <a:p>
            <a:pPr algn="just">
              <a:buFont typeface="Arial" panose="020B0604020202020204" pitchFamily="34" charset="0"/>
              <a:buChar char="•"/>
            </a:pPr>
            <a:r>
              <a:rPr lang="en-IN" dirty="0"/>
              <a:t>Return variability differed across categories.</a:t>
            </a:r>
          </a:p>
          <a:p>
            <a:pPr algn="just">
              <a:buNone/>
            </a:pPr>
            <a:r>
              <a:rPr lang="en-IN" b="1" dirty="0"/>
              <a:t>Insight</a:t>
            </a:r>
          </a:p>
          <a:p>
            <a:pPr algn="just">
              <a:buNone/>
            </a:pPr>
            <a:r>
              <a:rPr lang="en-IN" dirty="0"/>
              <a:t>Higher-return funds often exhibited higher levels of risk and volatility.</a:t>
            </a:r>
          </a:p>
          <a:p>
            <a:pPr algn="just">
              <a:buNone/>
            </a:pPr>
            <a:endParaRPr lang="en-IN" dirty="0"/>
          </a:p>
          <a:p>
            <a:pPr algn="just"/>
            <a:r>
              <a:rPr lang="en-IN" b="1" dirty="0"/>
              <a:t>3. Historical NAV Trend Analysis</a:t>
            </a:r>
          </a:p>
          <a:p>
            <a:pPr algn="just"/>
            <a:r>
              <a:rPr lang="en-IN" dirty="0"/>
              <a:t>Historical NAV trends were </a:t>
            </a:r>
            <a:r>
              <a:rPr lang="en-IN" dirty="0" err="1"/>
              <a:t>analyzed</a:t>
            </a:r>
            <a:r>
              <a:rPr lang="en-IN" dirty="0"/>
              <a:t> to identify growth patterns and performance consistency.</a:t>
            </a:r>
          </a:p>
          <a:p>
            <a:pPr algn="just"/>
            <a:r>
              <a:rPr lang="en-IN" b="1" dirty="0"/>
              <a:t>Findings</a:t>
            </a:r>
          </a:p>
          <a:p>
            <a:pPr algn="just"/>
            <a:r>
              <a:rPr lang="en-IN" dirty="0"/>
              <a:t>Several funds demonstrated steady long-term growth.</a:t>
            </a:r>
          </a:p>
          <a:p>
            <a:pPr algn="just"/>
            <a:r>
              <a:rPr lang="en-IN" dirty="0"/>
              <a:t>Equity-oriented funds experienced stronger growth trends.</a:t>
            </a:r>
          </a:p>
          <a:p>
            <a:pPr algn="just"/>
            <a:r>
              <a:rPr lang="en-IN" dirty="0"/>
              <a:t>Market corrections resulted in temporary declines in NAV values.</a:t>
            </a:r>
          </a:p>
          <a:p>
            <a:pPr algn="just"/>
            <a:r>
              <a:rPr lang="en-IN" b="1" dirty="0"/>
              <a:t>Insight</a:t>
            </a:r>
          </a:p>
          <a:p>
            <a:pPr algn="just"/>
            <a:r>
              <a:rPr lang="en-IN" dirty="0"/>
              <a:t>Long-term investments generally produced more stable and </a:t>
            </a:r>
            <a:r>
              <a:rPr lang="en-IN" dirty="0" err="1"/>
              <a:t>favorable</a:t>
            </a:r>
            <a:r>
              <a:rPr lang="en-IN" dirty="0"/>
              <a:t> outcomes despite short-term market fluctuations.</a:t>
            </a:r>
          </a:p>
          <a:p>
            <a:pPr>
              <a:buNone/>
            </a:pPr>
            <a:endParaRPr lang="en-IN" dirty="0"/>
          </a:p>
        </p:txBody>
      </p:sp>
    </p:spTree>
    <p:extLst>
      <p:ext uri="{BB962C8B-B14F-4D97-AF65-F5344CB8AC3E}">
        <p14:creationId xmlns:p14="http://schemas.microsoft.com/office/powerpoint/2010/main" val="3389023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78D21D-27F0-98D5-7632-5C3A83C5E99E}"/>
              </a:ext>
            </a:extLst>
          </p:cNvPr>
          <p:cNvSpPr txBox="1"/>
          <p:nvPr/>
        </p:nvSpPr>
        <p:spPr>
          <a:xfrm>
            <a:off x="225778" y="519289"/>
            <a:ext cx="11740444" cy="5355312"/>
          </a:xfrm>
          <a:prstGeom prst="rect">
            <a:avLst/>
          </a:prstGeom>
          <a:noFill/>
        </p:spPr>
        <p:txBody>
          <a:bodyPr wrap="square" rtlCol="0">
            <a:spAutoFit/>
          </a:bodyPr>
          <a:lstStyle/>
          <a:p>
            <a:pPr algn="just"/>
            <a:r>
              <a:rPr lang="en-IN" b="1" dirty="0"/>
              <a:t>4.Risk and Volatility Analysis</a:t>
            </a:r>
          </a:p>
          <a:p>
            <a:pPr algn="just"/>
            <a:r>
              <a:rPr lang="en-IN" dirty="0"/>
              <a:t>Risk metrics were evaluated to understand the stability of fund performance.</a:t>
            </a:r>
          </a:p>
          <a:p>
            <a:pPr algn="just"/>
            <a:r>
              <a:rPr lang="en-IN" b="1" dirty="0"/>
              <a:t>Findings</a:t>
            </a:r>
          </a:p>
          <a:p>
            <a:pPr algn="just"/>
            <a:r>
              <a:rPr lang="en-IN" dirty="0"/>
              <a:t>Equity funds exhibited higher volatility.</a:t>
            </a:r>
          </a:p>
          <a:p>
            <a:pPr algn="just"/>
            <a:r>
              <a:rPr lang="en-IN" dirty="0"/>
              <a:t>Debt funds showed lower risk and stable returns.</a:t>
            </a:r>
          </a:p>
          <a:p>
            <a:pPr algn="just"/>
            <a:r>
              <a:rPr lang="en-IN" dirty="0"/>
              <a:t>Hybrid funds maintained moderate volatility levels.</a:t>
            </a:r>
          </a:p>
          <a:p>
            <a:pPr algn="just"/>
            <a:r>
              <a:rPr lang="en-IN" b="1" dirty="0"/>
              <a:t>Insight</a:t>
            </a:r>
          </a:p>
          <a:p>
            <a:pPr algn="just"/>
            <a:r>
              <a:rPr lang="en-IN" dirty="0"/>
              <a:t>A clear trade-off exists between risk and return, highlighting the importance of diversification.</a:t>
            </a:r>
          </a:p>
          <a:p>
            <a:pPr algn="just"/>
            <a:endParaRPr lang="en-IN" dirty="0"/>
          </a:p>
          <a:p>
            <a:pPr algn="just"/>
            <a:endParaRPr lang="en-IN" dirty="0"/>
          </a:p>
          <a:p>
            <a:r>
              <a:rPr lang="en-IN" b="1" dirty="0"/>
              <a:t>5. Outlier Detection</a:t>
            </a:r>
          </a:p>
          <a:p>
            <a:r>
              <a:rPr lang="en-IN" dirty="0"/>
              <a:t>Outlier analysis was performed to identify unusually high or low-performing funds.</a:t>
            </a:r>
          </a:p>
          <a:p>
            <a:r>
              <a:rPr lang="en-IN" b="1" dirty="0"/>
              <a:t>Findings</a:t>
            </a:r>
          </a:p>
          <a:p>
            <a:r>
              <a:rPr lang="en-IN" dirty="0"/>
              <a:t>Certain funds consistently delivered exceptional returns.</a:t>
            </a:r>
          </a:p>
          <a:p>
            <a:r>
              <a:rPr lang="en-IN" dirty="0"/>
              <a:t>Some funds experienced significant performance declines during market downturns.</a:t>
            </a:r>
          </a:p>
          <a:p>
            <a:r>
              <a:rPr lang="en-IN" b="1" dirty="0"/>
              <a:t>Insight</a:t>
            </a:r>
          </a:p>
          <a:p>
            <a:r>
              <a:rPr lang="en-IN" dirty="0"/>
              <a:t>Outliers can represent both investment opportunities and potential risks, requiring careful evaluation.</a:t>
            </a:r>
          </a:p>
          <a:p>
            <a:pPr algn="just"/>
            <a:endParaRPr lang="en-IN" b="1" dirty="0"/>
          </a:p>
          <a:p>
            <a:endParaRPr lang="en-IN" dirty="0"/>
          </a:p>
        </p:txBody>
      </p:sp>
    </p:spTree>
    <p:extLst>
      <p:ext uri="{BB962C8B-B14F-4D97-AF65-F5344CB8AC3E}">
        <p14:creationId xmlns:p14="http://schemas.microsoft.com/office/powerpoint/2010/main" val="1406580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75EF9D-011B-7442-DAFF-319A812B96FD}"/>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6" name="Picture 3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7" name="Oval 36">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38" name="Picture 3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9" name="Picture 3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0" name="Rectangle 3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1" name="Rectangle 40">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B9DD12-EAC9-A7EC-ABA1-9E3E097353F7}"/>
              </a:ext>
            </a:extLst>
          </p:cNvPr>
          <p:cNvSpPr txBox="1"/>
          <p:nvPr/>
        </p:nvSpPr>
        <p:spPr>
          <a:xfrm>
            <a:off x="8200279" y="1325880"/>
            <a:ext cx="3344020"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dirty="0">
                <a:solidFill>
                  <a:srgbClr val="EBEBEB"/>
                </a:solidFill>
                <a:latin typeface="+mj-lt"/>
                <a:ea typeface="+mj-ea"/>
                <a:cs typeface="+mj-cs"/>
              </a:rPr>
              <a:t>Charts</a:t>
            </a:r>
          </a:p>
        </p:txBody>
      </p:sp>
      <p:sp useBgFill="1">
        <p:nvSpPr>
          <p:cNvPr id="42" name="Rectangle 41">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3" name="Picture 2">
            <a:extLst>
              <a:ext uri="{FF2B5EF4-FFF2-40B4-BE49-F238E27FC236}">
                <a16:creationId xmlns:a16="http://schemas.microsoft.com/office/drawing/2014/main" id="{F9427CDD-DBFE-E611-10EA-2A7A1C0735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392" y="2090191"/>
            <a:ext cx="6275584" cy="2682811"/>
          </a:xfrm>
          <a:prstGeom prst="rect">
            <a:avLst/>
          </a:prstGeom>
          <a:effectLst/>
        </p:spPr>
      </p:pic>
    </p:spTree>
    <p:extLst>
      <p:ext uri="{BB962C8B-B14F-4D97-AF65-F5344CB8AC3E}">
        <p14:creationId xmlns:p14="http://schemas.microsoft.com/office/powerpoint/2010/main" val="405046221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3167675F-66BC-7E34-1D34-55E1F678BFC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E0EB501A-1F52-48B0-A477-C95DAFC9F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0467" y="643467"/>
            <a:ext cx="5571066" cy="5571066"/>
          </a:xfrm>
          <a:prstGeom prst="rect">
            <a:avLst/>
          </a:prstGeom>
        </p:spPr>
      </p:pic>
      <p:sp>
        <p:nvSpPr>
          <p:cNvPr id="10" name="Rectangle 9">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141284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8" name="Picture 47">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9" name="Oval 48">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1" name="Picture 50">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2" name="Rectangle 5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53" name="Rectangle 52">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12AA13A-F300-B93E-6587-AAB8605584A8}"/>
              </a:ext>
            </a:extLst>
          </p:cNvPr>
          <p:cNvSpPr txBox="1"/>
          <p:nvPr/>
        </p:nvSpPr>
        <p:spPr>
          <a:xfrm>
            <a:off x="8200278" y="1325880"/>
            <a:ext cx="3765943" cy="3066507"/>
          </a:xfrm>
          <a:prstGeom prst="rect">
            <a:avLst/>
          </a:prstGeom>
        </p:spPr>
        <p:txBody>
          <a:bodyPr vert="horz" lIns="91440" tIns="45720" rIns="91440" bIns="45720" rtlCol="0" anchor="b">
            <a:normAutofit/>
          </a:bodyPr>
          <a:lstStyle/>
          <a:p>
            <a:pPr>
              <a:spcBef>
                <a:spcPct val="0"/>
              </a:spcBef>
              <a:spcAft>
                <a:spcPts val="600"/>
              </a:spcAft>
            </a:pPr>
            <a:r>
              <a:rPr lang="en-US" sz="3500" b="0" i="0" kern="1200" dirty="0">
                <a:solidFill>
                  <a:srgbClr val="EBEBEB"/>
                </a:solidFill>
                <a:latin typeface="+mj-lt"/>
                <a:ea typeface="+mj-ea"/>
                <a:cs typeface="+mj-cs"/>
              </a:rPr>
              <a:t>Investor Analytics</a:t>
            </a:r>
          </a:p>
        </p:txBody>
      </p:sp>
      <p:sp useBgFill="1">
        <p:nvSpPr>
          <p:cNvPr id="54" name="Rectangle 53">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6915664"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4" name="Picture 3">
            <a:extLst>
              <a:ext uri="{FF2B5EF4-FFF2-40B4-BE49-F238E27FC236}">
                <a16:creationId xmlns:a16="http://schemas.microsoft.com/office/drawing/2014/main" id="{C925893B-D2FF-11B9-AAAE-508CD90D3C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5392" y="1595988"/>
            <a:ext cx="6275584" cy="3671217"/>
          </a:xfrm>
          <a:prstGeom prst="rect">
            <a:avLst/>
          </a:prstGeom>
          <a:effectLst/>
        </p:spPr>
      </p:pic>
    </p:spTree>
    <p:extLst>
      <p:ext uri="{BB962C8B-B14F-4D97-AF65-F5344CB8AC3E}">
        <p14:creationId xmlns:p14="http://schemas.microsoft.com/office/powerpoint/2010/main" val="219653306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4696CC-5EDC-3A25-CF6C-2F603A27BDFC}"/>
            </a:ext>
          </a:extLst>
        </p:cNvPr>
        <p:cNvGrpSpPr/>
        <p:nvPr/>
      </p:nvGrpSpPr>
      <p:grpSpPr>
        <a:xfrm>
          <a:off x="0" y="0"/>
          <a:ext cx="0" cy="0"/>
          <a:chOff x="0" y="0"/>
          <a:chExt cx="0" cy="0"/>
        </a:xfrm>
      </p:grpSpPr>
      <p:pic>
        <p:nvPicPr>
          <p:cNvPr id="59" name="Picture 5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1" name="Picture 6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63" name="Oval 6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65" name="Picture 6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67" name="Picture 6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9" name="Rectangle 6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1" name="Rectangle 70">
            <a:extLst>
              <a:ext uri="{FF2B5EF4-FFF2-40B4-BE49-F238E27FC236}">
                <a16:creationId xmlns:a16="http://schemas.microsoft.com/office/drawing/2014/main" id="{6288FA97-C16B-4222-8C4D-E22F58E87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9B6FAAA-90BA-B4E0-5F19-93E01DC0F3E8}"/>
              </a:ext>
            </a:extLst>
          </p:cNvPr>
          <p:cNvSpPr txBox="1"/>
          <p:nvPr/>
        </p:nvSpPr>
        <p:spPr>
          <a:xfrm>
            <a:off x="7060590" y="1325880"/>
            <a:ext cx="4483709"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dirty="0">
                <a:solidFill>
                  <a:srgbClr val="EBEBEB"/>
                </a:solidFill>
                <a:latin typeface="+mj-lt"/>
                <a:ea typeface="+mj-ea"/>
                <a:cs typeface="+mj-cs"/>
              </a:rPr>
              <a:t>Dashboard</a:t>
            </a:r>
          </a:p>
          <a:p>
            <a:pPr>
              <a:spcBef>
                <a:spcPct val="0"/>
              </a:spcBef>
              <a:spcAft>
                <a:spcPts val="600"/>
              </a:spcAft>
            </a:pPr>
            <a:r>
              <a:rPr lang="en-US" sz="5400" dirty="0">
                <a:solidFill>
                  <a:srgbClr val="EBEBEB"/>
                </a:solidFill>
                <a:latin typeface="+mj-lt"/>
                <a:ea typeface="+mj-ea"/>
                <a:cs typeface="+mj-cs"/>
              </a:rPr>
              <a:t>Sip &amp; Market Trends</a:t>
            </a:r>
            <a:endParaRPr lang="en-US" sz="5400" b="0" i="0" kern="1200" dirty="0">
              <a:solidFill>
                <a:srgbClr val="EBEBEB"/>
              </a:solidFill>
              <a:latin typeface="+mj-lt"/>
              <a:ea typeface="+mj-ea"/>
              <a:cs typeface="+mj-cs"/>
            </a:endParaRPr>
          </a:p>
        </p:txBody>
      </p:sp>
      <p:sp useBgFill="1">
        <p:nvSpPr>
          <p:cNvPr id="73" name="Rectangle 72">
            <a:extLst>
              <a:ext uri="{FF2B5EF4-FFF2-40B4-BE49-F238E27FC236}">
                <a16:creationId xmlns:a16="http://schemas.microsoft.com/office/drawing/2014/main" id="{D5395B5B-2522-4AED-9DF1-8EA401469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5775975"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86745676-985D-4F8F-BBC9-74CCF08E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5" name="Picture 4">
            <a:extLst>
              <a:ext uri="{FF2B5EF4-FFF2-40B4-BE49-F238E27FC236}">
                <a16:creationId xmlns:a16="http://schemas.microsoft.com/office/drawing/2014/main" id="{241BD7C7-F0C4-29E8-F3C0-F0E22A0CD5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0454" y="1932054"/>
            <a:ext cx="5139019" cy="3204390"/>
          </a:xfrm>
          <a:prstGeom prst="rect">
            <a:avLst/>
          </a:prstGeom>
          <a:effectLst/>
        </p:spPr>
      </p:pic>
    </p:spTree>
    <p:extLst>
      <p:ext uri="{BB962C8B-B14F-4D97-AF65-F5344CB8AC3E}">
        <p14:creationId xmlns:p14="http://schemas.microsoft.com/office/powerpoint/2010/main" val="228815709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6288FA97-C16B-4222-8C4D-E22F58E87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15E84D1-BFFE-7DE5-9C34-3AF637428654}"/>
              </a:ext>
            </a:extLst>
          </p:cNvPr>
          <p:cNvSpPr txBox="1"/>
          <p:nvPr/>
        </p:nvSpPr>
        <p:spPr>
          <a:xfrm>
            <a:off x="7060590" y="1325880"/>
            <a:ext cx="4483709"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a:solidFill>
                  <a:srgbClr val="EBEBEB"/>
                </a:solidFill>
                <a:latin typeface="+mj-lt"/>
                <a:ea typeface="+mj-ea"/>
                <a:cs typeface="+mj-cs"/>
              </a:rPr>
              <a:t>Thank YOU !</a:t>
            </a:r>
          </a:p>
        </p:txBody>
      </p:sp>
      <p:sp useBgFill="1">
        <p:nvSpPr>
          <p:cNvPr id="23" name="Rectangle 22">
            <a:extLst>
              <a:ext uri="{FF2B5EF4-FFF2-40B4-BE49-F238E27FC236}">
                <a16:creationId xmlns:a16="http://schemas.microsoft.com/office/drawing/2014/main" id="{D5395B5B-2522-4AED-9DF1-8EA401469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914" y="639905"/>
            <a:ext cx="5775975" cy="55781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6745676-985D-4F8F-BBC9-74CCF08EF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pic>
        <p:nvPicPr>
          <p:cNvPr id="6" name="Graphic 5" descr="Handshake">
            <a:extLst>
              <a:ext uri="{FF2B5EF4-FFF2-40B4-BE49-F238E27FC236}">
                <a16:creationId xmlns:a16="http://schemas.microsoft.com/office/drawing/2014/main" id="{F5C3A4F3-0941-3B61-B223-599A6D73B3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8446" y="965141"/>
            <a:ext cx="4932911" cy="4932911"/>
          </a:xfrm>
          <a:prstGeom prst="rect">
            <a:avLst/>
          </a:prstGeom>
          <a:effectLst/>
        </p:spPr>
      </p:pic>
    </p:spTree>
    <p:extLst>
      <p:ext uri="{BB962C8B-B14F-4D97-AF65-F5344CB8AC3E}">
        <p14:creationId xmlns:p14="http://schemas.microsoft.com/office/powerpoint/2010/main" val="8463928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78</TotalTime>
  <Words>837</Words>
  <Application>Microsoft Office PowerPoint</Application>
  <PresentationFormat>Widescreen</PresentationFormat>
  <Paragraphs>109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siddhi amare</dc:creator>
  <cp:lastModifiedBy>siddhi amare</cp:lastModifiedBy>
  <cp:revision>1</cp:revision>
  <dcterms:created xsi:type="dcterms:W3CDTF">2026-06-22T13:52:03Z</dcterms:created>
  <dcterms:modified xsi:type="dcterms:W3CDTF">2026-06-22T15:10:16Z</dcterms:modified>
</cp:coreProperties>
</file>